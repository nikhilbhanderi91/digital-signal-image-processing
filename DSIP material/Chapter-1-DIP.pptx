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0" r:id="rId4"/>
    <p:sldId id="262" r:id="rId5"/>
    <p:sldId id="263"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4" r:id="rId37"/>
    <p:sldId id="295" r:id="rId38"/>
    <p:sldId id="296" r:id="rId39"/>
    <p:sldId id="297" r:id="rId40"/>
    <p:sldId id="298" r:id="rId41"/>
    <p:sldId id="299" r:id="rId42"/>
    <p:sldId id="300" r:id="rId43"/>
    <p:sldId id="301" r:id="rId44"/>
    <p:sldId id="302"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4" autoAdjust="0"/>
    <p:restoredTop sz="94660"/>
  </p:normalViewPr>
  <p:slideViewPr>
    <p:cSldViewPr snapToGrid="0">
      <p:cViewPr varScale="1">
        <p:scale>
          <a:sx n="105" d="100"/>
          <a:sy n="105" d="100"/>
        </p:scale>
        <p:origin x="224" y="4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2T06:45:55.930"/>
    </inkml:context>
    <inkml:brush xml:id="br0">
      <inkml:brushProperty name="width" value="0.05292" units="cm"/>
      <inkml:brushProperty name="height" value="0.05292" units="cm"/>
      <inkml:brushProperty name="color" value="#FF0000"/>
    </inkml:brush>
  </inkml:definitions>
  <inkml:trace contextRef="#ctx0" brushRef="#br0">18177 11590 0,'-40'0'0,"0"0"16,40-40 0,-40 40-16,40-40 31,0 80 31,-40 0-15,40 0 31,0 0-62,0 0 0,0 0-16,0 0 0,0 0 0,-40 1 0,40 39 15,-41-40-15,41 0 0,0 0 16,0 40-16,0-40 0,0 1 0,0-1 0,0 0 16,0 0-16,41 0 0,-41 0 0,0 0 15,40-40-15,-40 40 16,0 0-16,40-40 0,-40 40 0,0 1 15,40-1-15,-40 0 0,0 0 16,0 0-16,0 0 0,0 40 0,0 1 0,0-1 16,0 0-16,0-40 15,-40 40-15,40 0 0,0 1 0,-40-41 0,40 0 16,-40 40-16,40-40 0,0 0 0,0 0 16,0 1-16,-41-41 15</inkml:trace>
  <inkml:trace contextRef="#ctx0" brushRef="#br0" timeOffset="339.9">17656 13114 0,'-41'40'31,"82"-80"0,-1 0-31,40 0 0,-40 0 16,0-1 0,0 1-16,0 0 0,-40 0 0,41 40 15,-1-40-15,-40 0 0,40 40 16,0-40-16,-40 0 0,40 40 0</inkml:trace>
  <inkml:trace contextRef="#ctx0" brushRef="#br0" timeOffset="869.89">18659 11710 0,'0'0'16,"-40"0"-1,0 0 1,40 40 0,0 40-1,0-39-15,0 39 16,0-40-16,0 0 15,0 0-15,0 0 0,0 0 0,0 0 0,0 41 16,0-41-16,40 40 16,-40-40-16,40-40 0,-40 40 0,120 40 31,-120-40-31,121 1 16,-81-41-16,0 0 0</inkml:trace>
  <inkml:trace contextRef="#ctx0" brushRef="#br0" timeOffset="2119.8">19381 11790 0,'-40'0'16,"0"0"31,40 40-16,-40-40-31,40 41 0,0-1 16,-40 0-16,40 0 0,0 0 15,0 0-15,0 0 16,0 0-16,0 0 0,0 1 15,40-41-15,-40 40 0,40 0 16,0-40-16,-40 40 16,40-40-1,0 0-15,-40-40 16,40 40-16,-40-40 0,40 40 0,-40-81 0,41 81 16,-41-40-16,0 0 15,40 0-15,-40 0 0,0 0 0,0 0 16,0 0-1,0 0-15,-40-1 0,-1 1 0,1 0 16,0 40 0,40-40-16,-40 40 31,40 80-31,-40-80 0,40 40 16,0 1-16,-40-1 15,40 0-15</inkml:trace>
  <inkml:trace contextRef="#ctx0" brushRef="#br0" timeOffset="2699.85">20023 12232 0,'40'0'0,"0"0"31,-40 40 78,0 0-31,0 0-46,0 0-17,0 0 1,0 0-16,0 0 0,0 0 15,-40 0-15,40 1 16,-40-41-16,40 40 0,-40 0 0,40 0 0,-40-40 16,0 40-16,0 0 15</inkml:trace>
  <inkml:trace contextRef="#ctx0" brushRef="#br0" timeOffset="3199.81">20625 11630 0,'0'0'0,"0"-40"31,-40 40-15,0 120 0,0 81-1,40-161 1,0 0-16,0 40 15,40-40-15,0-40 16,0 0 0,0 0-16,40-80 31,1-40-15,-81-1-1,0 81 1,-41 0-1,-39 0 1,80 0 15</inkml:trace>
  <inkml:trace contextRef="#ctx0" brushRef="#br0" timeOffset="3489.72">21187 11349 0,'40'0'47,"0"0"-47,40 0 0,-80 40 15,40-40-15,0 40 0,1 1 16,-1-1-16,0 0 0,-40 0 0,40 0 16,0 0-16,-40 0 15,0 0-15,0 0 0,0 41 0,0-41 0,0 0 16,-40 0-16,40 0 0,-40 40 0,40-40 0,-80 0 16,39 1-16,1-1 0,0 0 15,0 0-15</inkml:trace>
  <inkml:trace contextRef="#ctx0" brushRef="#br0" timeOffset="4729.67">18940 14036 0,'-40'0'15,"-1"0"1,41 40-16,0 0 16,-40-40-16,40 81 0,0-41 0,0 0 15,0 0-15,0 0 0,0 0 16,0 0-16,0 0 0,40 41 0,-40-41 0,0 0 15,41 0-15,-41 40 16,40-40-16,-40 0 0,0 41 0,0-41 0,40 40 16,-40-40-16,0 40 0,40-40 15,-40 41-15,40-41 0,-40 0 0,0 0 0,0 0 16,0 0-16,0 0 0</inkml:trace>
  <inkml:trace contextRef="#ctx0" brushRef="#br0" timeOffset="4939.7">18739 15239 0,'0'0'16,"0"-80"0,120 0 15,1 0-16,-1-81 1,-40 121-16</inkml:trace>
  <inkml:trace contextRef="#ctx0" brushRef="#br0" timeOffset="5199.68">19542 14116 0,'-81'0'16,"162"0"-16,-322 41 16,241-1-1,0 0-15,40 40 32,0 80-17,80-39 1,-39-81 15,-1-40-15,-80-40-1</inkml:trace>
  <inkml:trace contextRef="#ctx0" brushRef="#br0" timeOffset="5639.66">19742 14317 0,'0'-80'16,"0"160"-16,0-200 15,0 80-15,40 40 16,0 0 0,1 0-16,39 40 15,0 160 17,-80-39-17,-40-81 1,40-120 15,0-81-15,0 81-16,40-40 15,-40 40-15,40 40 0,-40-120 16,80-1 0,-80 41-1,0 40 16,-40 80-15,40 40 0,0-40-1,0 1-15,0-1 0,0 0 0,0 0 16,40 0 0,41 40-1,39-40 1</inkml:trace>
  <inkml:trace contextRef="#ctx0" brushRef="#br0" timeOffset="5809.66">20745 14357 0,'0'80'16,"0"-40"15,0 1-15,40-1-1,-40 0-15,0 0 0,0 0 16,-40 0 0,0 0-16</inkml:trace>
  <inkml:trace contextRef="#ctx0" brushRef="#br0" timeOffset="6409.54">21106 13876 0,'-80'0'16,"40"0"-1,40 40 1,0 0-1,40 0-15,0 40 32,0-80-32,1 40 15,-1-40-15,-40-40 16,0 0 0,0 0-16,0 0 0,0 0 15,-40 40-15,40-40 0,0 0 16,0 80 31,0 0-32,40 40-15,-40-40 0,40 0 16,-40 0-16,40 1 0,-40-1 0,0 0 0,40 0 16,-40 0-16,40 0 15,-40 0-15,0 0 0,40 0 0,-40 41 0,0-41 16,40 0-16,-40 0 0,0 0 15,0 0-15,0 0 0,0 0 0,-40-40 16,40 40 0,-40-40-16,0 0 0,40-40 15,-40 0-15,40-40 0,-40 40 16,40 0 0,0 0-16,0 0 15,0 0 1,0-1-16,0 1 15,40 40-15,-40-40 16</inkml:trace>
  <inkml:trace contextRef="#ctx0" brushRef="#br0" timeOffset="6699.54">21869 13836 0,'0'0'0,"0"-40"15,-40 40-15,80 40 32,40 80-17,-40-80-15,41 121 16,-41-121-16,-40 0 0,0 120 31,-40 41-15,-41-81-1</inkml:trace>
  <inkml:trace contextRef="#ctx0" brushRef="#br0" timeOffset="7579.57">23193 13836 0,'40'0'140,"0"0"-124,0 0-16,1 0 0,-1 0 16,0 0-16,0-40 0,0 40 15,0-40-15,0 40 0,0 0 0,1 0 16,-41-41-1,40 41-15,0 0 16</inkml:trace>
  <inkml:trace contextRef="#ctx0" brushRef="#br0" timeOffset="8039.46">23554 13555 0,'-40'0'15,"80"0"16,0 0 1,0 0-17,-40 40-15,41-40 0,-1 0 16,0 0 0,0 0-16,0 0 15,0 0 1,0 40-16,0 0 15,-40 0 1,41 1 0,-41-1-1,0 0 1,-81-40-16,41 40 0,40 0 16,-40-40-1,40 40-15,-40-40 0,40 40 0,0 0 16,40-40-1</inkml:trace>
  <inkml:trace contextRef="#ctx0" brushRef="#br0" timeOffset="8829.49">24437 13154 0,'-40'0'109,"40"40"-109,0 0 16,0 0-16,-40-40 15,40 40-15,0 0 0,-40 1 0,40-1 0,0 0 16,0 0-16,-41-40 15,41 40-15,0 0 0,0 0 0,0 0 16,41-40-16,-41 40 16,40-40-16,0 0 0,0 0 15,0 0-15,0 0 16,0 0 0,0 0-16,-40-40 15,0 0 1,41 40-16,-41-40 0,0 0 15,0 0 1,0 0-16,0 0 0,0 0 16,0-1-1,0 1-15,-41 0 0,41 0 16,-40 0-16,0 0 16,0 40-1,40-40-15,-40 40 31,0 0-31</inkml:trace>
  <inkml:trace contextRef="#ctx0" brushRef="#br0" timeOffset="9409.369">25561 12633 0,'0'0'0,"0"40"78,0 0-62,0 0-16,0 0 15,0 0-15,0 0 0,0 0 0,0 41 0,0-41 16,0 0-16,0 0 0,0 0 15,0 0-15,0 0 0,0 0 0,40 0 16,-40 0-16,40 1 0,-40-1 16,40 0-16,0 0 0,-40 0 0,40-40 15,-40 40-15,40-40 0,-40 40 0,40-40 0,1 40 16,-1-40 0,0 0-16,0 0 15,0-40-15,0 0 16,-40 0-16,40 0 15,-40 0 1</inkml:trace>
  <inkml:trace contextRef="#ctx0" brushRef="#br0" timeOffset="9659.349">25440 13314 0,'0'0'0,"-40"0"32,80 0-17,-40-40 1,40 0 0,0 40-1,1-40 1,-1 40-16,0 0 0,-40-40 0,40 40 0,0-40 15,0 40-15,40-40 16,-39 40-16,-1-40 0</inkml:trace>
  <inkml:trace contextRef="#ctx0" brushRef="#br0" timeOffset="10119.33">26363 12913 0,'0'-40'15,"40"40"1,0 0 0,0 0-16,1 40 15,-1-40 1,-40 40-16,40-40 0,-40 41 15,0-1-15,40 0 16,-40 0-16,0 0 16,0 0-16,0 0 15,-40 0-15,0 0 0,0 0 16,-1-40-16,1 0 16,0 0-1,40-80-15,-40 80 0,40-40 0,-40 0 16,40 0-16,-40 0 15,40 0-15,0 0 16,0 0-16,0-1 16,0 1-1,40 40-15,0-40 16,0 40 0,0 0-16,0-40 0</inkml:trace>
  <inkml:trace contextRef="#ctx0" brushRef="#br0" timeOffset="10749.3">27005 12472 0,'0'-40'15,"40"0"1,0 40 0,-40-40-16,40 40 15,1 0-15,-1 0 0,0 0 0,0 0 0,0 0 16,0 40-16,0 0 0,0 0 16,-40 0-1,0 0-15,0 0 0,0 1 16,0-1-16,-40 0 0,40 0 15,-40-40-15,40 40 0,-40 0 0,40 0 0,-80-40 16,80 40-16,-40-40 0,0 0 16,-1 0-1,1 0-15,40-40 16,0 0 0,40 40 15,1 0-31,-1 0 15,0 0-15,0 0 0,0 0 16,0 0-16,0 0 0,0 0 0,1 40 16,-1 0-16,0-40 15,0 40-15,0-40 0,0 0 0,-40 41 16,40-41-16,0 0 0,1 0 0,-1 0 16,0 0-1</inkml:trace>
  <inkml:trace contextRef="#ctx0" brushRef="#br0" timeOffset="11129.26">28129 12392 0,'0'-40'31,"0"80"0,0 0-15,40 0-1,-40 0-15,40 0 0,0-40 16,-40 40-16,40 1 0,0-41 16,-40 40-1,40-40-15,0 0 0,-40 40 16,41 0-1,-1 0-15,-40 0 16,0 0 0,0 0-16,0 0 0,0 1 0,-40-41 15,40 40-15,0 0 0,-41-40 0,41 40 0,-40-40 16,40 40-16,-40-40 16,0 0-16,0 0 0,0 0 15,0-40-15</inkml:trace>
  <inkml:trace contextRef="#ctx0" brushRef="#br0" timeOffset="11309.26">28289 12352 0,'0'0'0,"-80"0"15,80-40 16,241-81-15,-201 121-16,80-40 16,-80 40-16,0-40 0,0 40 0</inkml:trace>
  <inkml:trace contextRef="#ctx0" brushRef="#br0" timeOffset="11769.23">29252 12191 0,'0'-40'32,"0"80"15,0 1-47,0-1 15,0 0-15,0 0 16,40-40-16,-40 40 0,40-40 0,-40 40 15,41-40-15,-41 40 0,40 0 16,0 0-16,0 0 0,0 1 16,-40-1-1,40 0-15,-40 0 0,0 0 16,0 0-16,0 0 0,0 0 0,-40 0 16,0 1-1,0-41-15,0-41 31,0 41-31,40-40 0</inkml:trace>
  <inkml:trace contextRef="#ctx0" brushRef="#br0" timeOffset="12119.2">29373 12151 0,'-41'0'16,"82"0"-16,-82-40 0,41 0 31,41 0-31,-1 40 0,40-40 16,-40 0-16,161 0 16,-161 40-16,0-40 0,120-1 15,-119 41-15,39 0 31,-40 0-31,-40 41 47,-40-41-47,0 0 16,40 40 0,-40-40-16,-1 0 0,1 0 15,0 0-15</inkml:trace>
  <inkml:trace contextRef="#ctx0" brushRef="#br0" timeOffset="16688.93">15770 14798 0,'0'0'0,"0"-40"31,0 80 63,0 0-63,40-40-31,0 0 0,0 0 16,0 0-1,0 0-15,0 0 16,1 0-1,-1 0-15,0 0 0,0 0 0,0 0 16,0 0-16,0 0 16,0 0-16,1 0 0,-1 0 15,0 0-15,0 0 0,0-40 0,0 40 16,0 0 0,0 0-16,-40-40 0,41 40 0,-1-40 15,0 40-15,-40-40 16,40 40-16,0 0 0,0 0 31,0 0-31,0 0 16</inkml:trace>
  <inkml:trace contextRef="#ctx0" brushRef="#br0" timeOffset="17118.9">16733 14598 0,'0'0'15,"-40"0"1,80 0 31,0 0-32,0 0 1,0 0-16,0 0 16,0 0-16,0 0 15,1 0-15,-1 0 0,0 0 16,0 40-1,-40 0 1,0 0 0,0 0-16,0 0 0,-40 0 15,40 0-15,-40-40 0,40 41 0,0-1 0,0 0 0,-40-40 16,40 40-16,-41-40 16,41 40-16,0 0 0</inkml:trace>
  <inkml:trace contextRef="#ctx0" brushRef="#br0" timeOffset="18848.8">8707 16082 0,'-40'0'16,"0"0"-16,40-40 0,-40 40 16,0 0-16,0 0 15,0 0 1,0 0-16,40 40 16,0 0-1,-41-40-15,41 40 0,0 0 0,0 0 16,0 0-1,0 0-15,0 0 0,41 0 16,-1 1-16,0-1 16,0-40-16,0 0 0,-40 40 15,40-40-15,0 0 0,0-40 16,1-41 0,-41 41-16,40 0 0,-40 0 15,0 0-15,0 0 16,0 0-16,0 0 0,0 0 0,0 0 15,-40 40-15,40-41 16,0 1-16,-41 40 0,41-40 0,0 0 16,-40 40-1,40 40 32,40-40-31,-40 80-16,41-80 0,-41 41 15,40-1-15,-40 0 0,40 0 0,0 0 16,0 0-16,-40 0 16,40 0-16,0 0 0,0 0 0,1 1 0,-41-1 15,40 0-15,0 0 0,0 0 0,-40 0 0,40-40 16,-40 40-16,40 0 0,0 0 16,-40 1-16,0-1 0,0 0 0,40 0 0,-40 0 15,0 0-15,0 0 16,0 0-16,0 0 0,0 0 0,0 41 0,0-41 15,0 0-15,0 0 0,0 0 16,0 0-16,-40-40 0,40 40 0,0 0 0,-40 1 16,40-1-1,-40-40-15,0 0 16,0 0-16,0-81 16,0 41-16,40 0 15,-41 0-15,41 0 0,-40 0 0,40-40 0,-40 40 16,40-41-16,0 41 15,0-40-15,-40 40 0,40-40 0,0 40 0,0 0 16,0-1-16,0 1 0,0 0 16,40 0-16,-40 0 0,40 0 15,0 40-15,-40-40 0,41 40 0,-41-40 16,40 40 0</inkml:trace>
  <inkml:trace contextRef="#ctx0" brushRef="#br0" timeOffset="19268.829">8948 15961 0,'0'-40'31,"0"80"-31,80-120 16,-39 80-16,79 0 15,-80 0-15,40 40 32,41 0-17,-81 0-15,0 1 0,0 39 32,-40-40-32,0 0 15,-40-40 1,-40 0 15,40 0-31,40-80 16,-41 80-16,41-40 0,0 0 0,0-1 0,41-119 31,-1 120-31,40-40 31,-80 40-31,40-1 0,0 1 0,0 0 0,-40 0 16,40 40-16</inkml:trace>
  <inkml:trace contextRef="#ctx0" brushRef="#br0" timeOffset="19738.82">10032 15199 0,'-41'0'31,"41"40"-31,-40 1 16,0-1-16,40 0 0,0 40 31,0-40-31,0 0 0,40 0 16,41 40-1,-41-80 16,0 0-31,-40-80 16,0 40-16,40-40 16,-40 40-16,-80-40 15,80 40-15,0-1 16,-40 1 0,-1 0-1,41 120 1,81-39 15,-81-1-31,120 0 16,-120 0-16,40-40 0,0 0 0,0 0 0,-40 40 0,41-40 15,-1 0 1,80 0 0,-120-40-16</inkml:trace>
  <inkml:trace contextRef="#ctx0" brushRef="#br0" timeOffset="20198.8">10393 15079 0,'-40'-40'32,"40"80"-17,80-40-15,-80 40 16,40-40-16,0 0 0,0 0 15,0 0 1,0 0-16,1 0 0,-1-40 0,0 0 16,0 0-16,0 40 15,-40-40-15,0 0 16,0-1-16,0 1 16,-40 40-1,40-40 1,0 80 31,0 0-47,0 1 0,0-1 15,40 0-15,-40 0 0,40 0 0,-40 0 16,0 0-16,0 0 0,0 0 16,40 1-16,-40-1 0,0 40 0,0-40 0,0 0 15,0 0-15,0 0 16,41 0-16,-41 0 0,0 1 0,0-1 0,0 0 15,0 0-15,0 0 0,0 0 16,0 0-16,-41-40 16,1 0-16,0 0 15</inkml:trace>
  <inkml:trace contextRef="#ctx0" brushRef="#br0" timeOffset="20598.77">10955 14357 0,'0'0'31,"0"40"-15,80 40-1,0 41 16,0 39-15,-40-120-16,41 81 16,-81-81-16,40 0 0,0 0 15,0-40-15</inkml:trace>
  <inkml:trace contextRef="#ctx0" brushRef="#br0" timeOffset="20968.67">11677 14758 0,'0'0'15,"0"-40"1,40 0 0,40-80-1,-40 39 16,0 41-31,-40-40 32,-40 80-17,0 0-15,0 0 16,40 40 0,0 0-16,-40-40 0,40 40 15,0 1-15,0-1 16,0 0-16,40-40 15,-40 40-15,40-40 16,-40 40-16,40-40 0,0 0 16,1 0-16,-1 0 15,0 0-15,0 0 16,-40-40-16,40 0 0</inkml:trace>
  <inkml:trace contextRef="#ctx0" brushRef="#br0" timeOffset="21328.649">11958 14116 0,'0'-40'15,"0"80"-15,-40-80 16,40 80 0,40-40-16,-40 41 0,80-1 15,-40 0 1,0 0-16,-40 0 0,40-40 0,0 40 15,1 0-15,-1 0 16,-40 0 0,0-80 15,0 0-15,0 0-1,0 0-15,0 0 0,0 0 0,0 0 16,0 0-1,0-1-15,0 1 0,0 0 16,40 40-16,-40-40 16,40 40-16,0 0 15,0-40-15,0 40 0</inkml:trace>
  <inkml:trace contextRef="#ctx0" brushRef="#br0" timeOffset="21618.629">12640 14036 0,'0'0'16,"40"0"-16,-40-40 31,40 40-15,-40-80-16,40 40 0,-40 0 15,-40 40 17,0 0-17,0 40-15,0 0 16,40 0-16,-40-40 15,40 40-15,0 0 0,0 0 0,0 0 16,0 1-16,80-1 16,-40 0-16,0-40 15,0 0-15,0 0 0,0 0 16,1-40-16,-1 40 16,-40-40-16,40 40 0,0-41 0,0 1 15,-40 0-15</inkml:trace>
  <inkml:trace contextRef="#ctx0" brushRef="#br0" timeOffset="21918.629">13041 13395 0,'-40'-41'31,"40"1"-31,-40 40 16,40 40-1,40 1 17,-40-1-32,80 40 15,-80-40-15,40 0 0,-40 0 0,40-40 0,1 40 16,-41 0-16,40 1 0,0-1 16,0 0-16,-40 0 0,40-40 0,0 40 0,-40 0 15,40 0-15,0-40 0,-40 40 16,121 0-1,-121 0-15,40-40 0</inkml:trace>
  <inkml:trace contextRef="#ctx0" brushRef="#br0" timeOffset="22328.609">14205 12994 0,'-40'0'0,"40"40"47,40-40-47,-40 40 0,0 0 16,40 0-1,-40 0-15,40 0 0,0 0 0,0 0 0,-40 0 16,40 1-16,0-1 16,-40 0-16,0 0 0,41-40 0,-41 40 0,0 0 15</inkml:trace>
  <inkml:trace contextRef="#ctx0" brushRef="#br0" timeOffset="22518.6">14084 12633 0,'-80'0'16,"40"0"-16,40-41 15,0 1-15,40 40 16</inkml:trace>
  <inkml:trace contextRef="#ctx0" brushRef="#br0" timeOffset="23048.55">14606 12592 0,'0'0'15,"0"41"-15,0-1 16,40-40-16,0 40 15,0-40 1,1 80 0,39 0-1,-40 0 1,-40-120 31,-40 40-47,40-40 0,0 0 15,0 0-15,0 0 0,0 0 0,0 0 16,40 0 0,0 40-16,0 0 15,0 0-15,0 0 0,1 40 16,-1 0 0,-40 0-16,40 0 0,-40 0 15,0 0 1,0-80 15,0 0-31,0 0 16,0 0-16,0 0 0,0 0 0,0-1 15,40 1-15,-40 0 0,40 0 16,-40 0-16,40 40 0,0 0 16,0 0-16,1 0 15,-1 0-15,0 40 0,0 0 16,0-40-16,-40 40 15,0 0-15,40-40 0,-40 41 0,0-1 0,40-40 16,-40 40 0,40-40-16</inkml:trace>
  <inkml:trace contextRef="#ctx0" brushRef="#br0" timeOffset="24218.48">15890 12031 0,'-80'40'16,"160"-80"-16,-200 80 0,39 80 15,81-79-15,-40-1 16,40 0-16,81 40 31,39-80-15,-80-80-1,-80-81 17,-40 81-17,80 40 1,40 80 0,40 80 15,40-79-16,1-41 1,-41-121 0,-80-39 15,-40-1-15,0 81-1,0 120 16,0 121-15,40-81 0,80-40-1,-40-160 17,-40 80-32,0-121 15,0 121-15,0-40 16,0 120 15,0 0-15,80 80-1,-80-80-15,80 121 16,-39-121-16,-41 0 0,40 40 16,-40-40-16,0 1 15,0-1-15,0 40 0,0-40 0,0 0 0,0 0 16,0 80-1,-81-120-15,41 41 32,0-41-32,40-81 15,0 41-15,0-120 16,0 120-16,40 0 0,0-81 16,1 81-16,39-120 31,-40 120-31,-40 0 0,0-1 0,40 41 0,-40-40 0,40 0 15,-40 0-15,0 0 16,40 0-16,0-80 16,-40 39-16,0 41 0,0-80 31,-40 80-31,40 120 31,0-40-31,0 121 31,0-121-31,0 0 0,0 0 0,0 0 16,81 0 0,-81 0-16,40-40 15,0-40-15,-40 0 16,40 0 0,0 40-16,40-120 15,-40 120-15,1-40 16,-41 80 31,0 0-16,-41-40-31</inkml:trace>
  <inkml:trace contextRef="#ctx0" brushRef="#br0" timeOffset="25758.39">16131 17205 0,'0'0'0,"-40"0"16,40-41 0,0 1 15,0 0-31,40 40 0,-40-40 15,0 0 1,40 40-16,0 0 16,0 0-16,0 0 0,0 40 15,1-40 1,39 0-16,-40 0 0,0 0 0,0 0 0,40 0 16,-39 0-16,-1 0 0,0-40 15,40 40-15,-40 0 0,0 0 0,0-40 0,1 0 16</inkml:trace>
  <inkml:trace contextRef="#ctx0" brushRef="#br0" timeOffset="26178.45">16452 16804 0,'-40'0'16,"40"-41"-16,40 41 47,0 41-47,0-41 16,0 0-1,0 0-15,0 0 0,1 40 16,-1-40-16,0 0 0,0 0 15,0 0-15,0 0 0,0 0 0,41 0 0,-41-40 16,0 40-16,40 0 0,-40 0 0,0 0 0,0 0 16,1 0-16,-1 0 15,0 0-15,-40 40 16,0 0 0,0 0-16,-40 0 0,0 0 15,-1 0-15,1 0 16,0 0-16,0 0 0,40 1 0,-40-1 0,0 0 15,40 0-15,-40-40 0,40 40 16,0 0-16,-40-40 0,40 40 0,0 0 16</inkml:trace>
  <inkml:trace contextRef="#ctx0" brushRef="#br0" timeOffset="26688.329">18619 16322 0,'0'0'0,"-40"0"31,40 40-15,0 41 0,0-41-16,0 0 15,0 0-15,0 0 0,0 0 0,0 0 16,0 0-16,40 0 0,-40 1 16,0-1-16,40 40 0,-40-40 0,40 0 0,-40 0 15,0 0-15,40 40 16,-40-39-16,40-1 0,-40 0 0,0 0 0,40 0 15,-40 0-15,0 0 0,0 0 16,0 0-16,0 1 0,0-1 0,0 0 16</inkml:trace>
  <inkml:trace contextRef="#ctx0" brushRef="#br0" timeOffset="26898.41">18498 17365 0,'-40'0'31,"40"-40"-31,0 0 16,161-81 0,-41 1 15,-80 80-31,81-40 15,-81 80-15,-40-40 0</inkml:trace>
  <inkml:trace contextRef="#ctx0" brushRef="#br0" timeOffset="27198.37">19341 16443 0,'0'0'15,"-40"-41"-15,0 1 16,0 40-16,-1 0 16,1 40-1,0 81 17,40 119-17,0-199-15,40 119 16,-40-120-16,0 0 0,40-40 15,41 40 1,39 0 0,-80-40-16,81-120 0</inkml:trace>
  <inkml:trace contextRef="#ctx0" brushRef="#br0" timeOffset="27708.28">19702 16523 0,'-40'0'0,"80"0"0,-120 0 31,160 0-15,-40 40 0,0-40-16,0 0 0,1 40 15,-41 0-15,0 0 16,0 0-16,0 0 0,0 1 0,0-1 15,-41 0 1,41 0-16,-40 0 0,40-80 31,0 0-31,0 0 16,40 0-16,1-1 0,-41 1 0,40 0 16,-40 0-16,40 0 15,-40 0-15,40 40 0,-40-40 0,40 0 0,0 0 16,-40-1-16,0 1 15,40 40-15,-40-40 0,0 0 16,-40 80 15,40 0-15,-40-40-16,40 40 16,-40-40-16,40 41 0,-40-41 0,40 40 0,0 0 15,0 0 1,0 0-16,0 0 15,40-40-15,-40 40 16,40-40-16,0 0 0,0 0 0,0 0 16,1 0-16,-1 0 0,0-40 0,0 40 15,0-40-15,0 40 16,0 0-16</inkml:trace>
  <inkml:trace contextRef="#ctx0" brushRef="#br0" timeOffset="28048.26">21026 16563 0,'-40'0'15,"40"40"1,0 0-16,40-40 16,-40 40-1,0 0-15,40 0 0,-40 1 0,0-1 16,0 0-16,0 0 15,-80 0-15,80 0 0,-40-40 0,40 40 0,-40-40 16,0 40-16</inkml:trace>
  <inkml:trace contextRef="#ctx0" brushRef="#br0" timeOffset="28628.22">21267 16042 0,'-40'40'16,"0"-40"-1,40 40-15,-81 0 16,81 0-16,0 0 15,0 0-15,41 0 16,39 0-16,0-40 31,-40 0-31,0 0 0,-40-40 0,40 0 16,-40 0 0,0 0-16,0 0 0,0 0 0,0 0 15,0 0-15,-40 40 16,0 0-16,40-41 0,0 122 47,40-81-47,-40 40 0,40 0 0,-40 0 15,41 0-15,-41 0 16,0 0-16,40 0 0,-40 0 0,40 1 0,-40-1 16,0 0-16,0 0 15,40 40-15,-40-40 0,0 0 0,0 0 16,0 1-16,0-1 0,0 0 15,-40-40-15,40 40 0,-40-40 16,0 0-16,-1 0 0,1 0 16,40-40-1,-40 40-15,40-40 0,0 0 16,0-1-16,0 1 16,0 0-16,40 40 0,-40-40 0,40 0 15,1 0 1,-41 0-16</inkml:trace>
  <inkml:trace contextRef="#ctx0" brushRef="#br0" timeOffset="28958.27">21989 15761 0,'0'0'16,"-40"0"-16,40 40 31,40 40-15,0-40-16,41 81 16,-81-81-16,0 0 0,0 0 15,40 0-15,-40 0 16,0 0-16,0 121 15,0-121-15,0 40 0,-40 40 16,-121 121 0,121-201-16</inkml:trace>
  <inkml:trace contextRef="#ctx0" brushRef="#br0" timeOffset="29448.17">23313 16082 0,'-40'0'15,"80"0"-15,-40 0 63,41 0-63,-1 0 0,0 0 15,0 0-15,0-40 16,0 40-16,40-41 0,-39 41 0,-1-40 0,0 40 16,0-40-16,0 40 0,0-40 0,0 40 0,-40-40 15,40 40-15,-40-40 0</inkml:trace>
  <inkml:trace contextRef="#ctx0" brushRef="#br0" timeOffset="29738.22">23715 15640 0,'-81'41'16,"162"-82"-16,-202 82 0,81-41 15,80 0 17,41 0-32,-41 40 0,0-40 0,0 0 15,0 40-15,0-40 16,0 0-16,0 0 0,1 40 0,-1 0 0,0-40 15,0 0-15,-40 40 0,40-40 16,-40 40-16,40 0 0,-40 0 16,0 1-16,-40-41 0,40 40 15,-40 0 1,0-40-16,40 40 0,-40-40 0</inkml:trace>
  <inkml:trace contextRef="#ctx0" brushRef="#br0" timeOffset="30268.12">25039 15159 0,'-80'0'16,"39"0"-16,41 40 0,-40 0 15,0-40-15,40 41 0,-40 79 31,0-80-31,40 0 0,0 40 16,0-40-16,0 0 0,0 1 0,0-1 0,0 0 16,0 0-16,40 0 0,0 40 15,121-40 17,-121-40-32,80-40 15,-80 40-15,-40-40 0,40 0 16,81-120-1,-121 79 1,0 41-16,-80-120 16,80 120-16,-41 0 0,-39-41 15,40 41-15,-120 0 16,119 40-16,1 0 16,0 0-16,40 40 15,-40 0-15</inkml:trace>
  <inkml:trace contextRef="#ctx0" brushRef="#br0" timeOffset="31798.109">26764 14919 0,'-40'40'63,"40"0"-32,0 0-15,0 0-1,-40 0-15,40 0 0,0 40 0,-40-39 0,40-1 16,0 0-16,0 0 0,0 0 16,0 0-16,0 0 0,40-40 0,-40 40 15,40-40 1,0 0-16,0 0 0,1 0 15,-41-40-15,40 40 0,-40-40 16,40 40-16,-40-40 0,40 0 0,-40 0 0,40 0 16,-40 0-16,0-1 0,0 1 15,0 0-15,0 0 16,0 0-16,-40 40 0,40-40 0,-40 40 16,-40 0-16,80-40 15,-41 40-15,1 0 0,0 0 0,0 0 16</inkml:trace>
  <inkml:trace contextRef="#ctx0" brushRef="#br0" timeOffset="32208.07">27125 14798 0,'0'0'0,"0"-40"16,41 40-16,39 0 31,40 80-15,-120-40-16,121 81 15,-121-81-15,40 0 0,0 0 16,-40 80-1,0-79-15,0-1 16,-80-40 15,39 0-31,41-81 32,-40 41-32,40-40 0,0 40 0,0 0 0,40-121 31,121-39-16,-121 160 1,40 0 0,-40 40-16,41 0 15</inkml:trace>
  <inkml:trace contextRef="#ctx0" brushRef="#br0" timeOffset="32917.98">29092 14357 0,'-40'0'0,"80"0"0,-121 0 16,81-40 15,-40 40-15,40-40 0,40 40 15,-40-40-31,41 40 0,-1 0 15,0 0-15,0 0 16,0 40-16,0 0 0,-40 0 16,40-40-16,-40 80 0,0-40 0,40-40 0,-40 41 15,0-1-15,0 0 16,0 0-16,0 0 0,-40 0 0,40 0 0,-40 0 16,40 0-16,-80 0 0,80 1 15,-40-41-15,40 40 0,-40-40 0,0 40 0,-1-40 16,1 0-1,40-40-15,0-41 16,0 41-16,0 0 0,0 0 0,40 40 16,-40-40-16,41 40 0,-41-40 15,40 40-15,0-40 0,0 40 0,0 0 16,0 0 0,0 0-16,-40 40 0,40-40 0,1 0 0,-1 40 15,0 0-15,0-40 16,-40 40-16,40 0 0,0-40 0,-40 40 15,40 1 1,0-41-16</inkml:trace>
  <inkml:trace contextRef="#ctx0" brushRef="#br0" timeOffset="33288.01">29894 14197 0,'-40'0'31,"80"0"-31,-120 40 16,80 0-16,0 0 16,0 40-1,0-40-15,40 0 16,40-40-16,1 81 15,79-41 1,-120 0 0,0-40-16,0 80 15,-40-40-15,0 40 16,-40-80-16,0 40 16,0 1-16,-120-1 15,-1 0 16,161-80-31</inkml:trace>
  <inkml:trace contextRef="#ctx0" brushRef="#br0" timeOffset="33478">29854 14317 0,'-40'-40'0,"80"80"0,-80-160 31,120 120-31,81-81 16,-81 41-16,201-40 31,-241 40-31,0 40 0</inkml:trace>
  <inkml:trace contextRef="#ctx0" brushRef="#br0" timeOffset="34387.95">31138 13876 0,'0'-40'16,"0"80"-16,-40-80 31,0 40-15,0 0 15,40 40-16,-40 0 1,40 0-16,-41 0 31,41 0-31,-40-40 0,40-40 110,0 80 30,0 0-140,40 0 16,-40 1-16,41-41 16,-41 40-16,0 0 0,0 0 0,40-40 0,-40 40 15,0 0-15,0 0 16,0 0-16,0 0 0,0 1 15,40-41-15,-40 40 16,40-40 0,-40-81-16,40 81 0,0 0 15,0-40-15,0 0 16,1 40-16,-41-40 0,40 40 0,0 0 16,0 0-1,0 0 1,-40 40-1,0 0-15,0 0 16,0 1-16,0-1 0,-40 0 16,40 0-16,-40-40 0,40 40 15,-40 0-15,0 0 0,-1 0 0,1 0 0,0 0 16,0 1-16,0-1 16,0-40-16,40 40 0,-40-40 15,0-80 1,40 39-16,0 1 0</inkml:trace>
  <inkml:trace contextRef="#ctx0" brushRef="#br0" timeOffset="34737.88">31018 13996 0,'-40'0'16,"40"-40"0,40 40-1,40-40-15,241-80 32,-241 120-32,161-81 15,-161 41-15,-40 40 0,0-40 16,41 40-16,-81-40 0,80 0 31,-120 80 16,0-40-47,40 40 16,-40-40-16</inkml:trace>
  <inkml:trace contextRef="#ctx0" brushRef="#br0" timeOffset="37507.82">10834 17365 0,'0'0'0,"0"-40"0,-40 40 0,0 0 16,80 0 31,-40 40 0,0 0-32,40-40-15,-40 40 0,40 0 16,0 0 0,1 1-16,-41-1 0,40 0 0,0 0 15,-40 0-15,40 0 16,-40 0-16,40-40 0,-40 40 16,40-40-16,-40-40 62,0 0-62,40 0 16,-40 0-16,40 0 15,1 0-15,-1 0 0,0 40 16,0 0 0,0 0-16,-40 40 15,40-40-15,-40 40 16,0 0-1,0 0-15,0 0 0,-40 0 16,0 0 0,0-40-16,40 40 15,-40-40-15,0 0 16,-1 0-16,1 0 16,40-40-1</inkml:trace>
  <inkml:trace contextRef="#ctx0" brushRef="#br0" timeOffset="37797.8">11516 17164 0,'0'-40'0,"0"80"0,0-40 47,40 0-31,-40 41-16,41-41 0,-41 40 0,0 0 0,40 0 16,-40 0-1,0 0-15,0 0 0,40 0 0,-40 0 16,0 1-1,0-1-15,0 0 0,40-40 0,-40 40 16</inkml:trace>
  <inkml:trace contextRef="#ctx0" brushRef="#br0" timeOffset="38007.789">11516 16964 0,'0'0'16,"-40"0"-16,0 0 16,0-40-16,80 40 31</inkml:trace>
  <inkml:trace contextRef="#ctx0" brushRef="#br0" timeOffset="38407.759">11757 17004 0,'40'40'16,"-40"0"-1,40 0-15,0 41 32,41-41-17,-81 40 1,40-80 15,-40-40-15,0-81-1,0 81-15,40-40 16,0 80 0,0 0-1,-40 40-15,0 0 0,0 0 16,40-40 0,-40 41-16,0-1 0,0 0 0,0 0 15,0 0 1</inkml:trace>
  <inkml:trace contextRef="#ctx0" brushRef="#br0" timeOffset="38877.65">12720 16763 0,'-120'41'16,"240"-82"-16,-280 82 0,119-1 0,1-40 16,40 40-1,0 0-15,0 80 32,40-40-17,41 1 1,-41-81-1,-40-81 17,0 41-32,-80-80 31,39 40-15,41 40-1,0 80 16,41 0-15,-1 0-16,0 0 16,0-40-16,0 40 0,-40 0 15,40-40-15,0 40 0,0-40 0,1 0 16,-1 0 0,-40 81-16,40-162 0,0 81 15,-40 0-15,40-40 0</inkml:trace>
  <inkml:trace contextRef="#ctx0" brushRef="#br0" timeOffset="39227.719">12961 16723 0,'0'0'16,"0"-40"-16,40 40 47,0 0-47,0 0 15,0 0-15,0 40 0,1-40 16,-41 40-16,40-40 0,-40 41 0,40-41 0,-40 40 16,0 0-1,40 0-15,-40 0 16,-40-80 15,40 0-15,0 0-16,-40 0 0,40-1 15,0 1-15,0 0 0,40 0 0,-40 0 16,40 40-16,-40-40 16,40 40-16,-40-40 0,40 40 0,-40-40 15,40 40 1,-40-40 0</inkml:trace>
  <inkml:trace contextRef="#ctx0" brushRef="#br0" timeOffset="39657.619">13442 16443 0,'40'40'62,"1"-40"-62,-1 0 32,0 0-32,0 0 0,-40 120 15,40-240-15,0 120 16,-40-40-16,40 40 0,-40 0 0,-40 40 0,120-80 15,-80-1-15,41 1 0,-41 0 32,-41 40-17,1 0 17,40 40 30,0 0-62,0 1 0,0-1 16,0 0-1,0 0-15,0 0 0,0 0 0,0 0 16,40-40-16,-40 40 0,0 0 16,0 1-16,0-1 0,41 0 0,-41 0 0,0 0 15,0 0-15,40 0 16,-40 0-16,0 0 0,0 0 0,0 1 15</inkml:trace>
  <inkml:trace contextRef="#ctx0" brushRef="#br0" timeOffset="40747.57">14445 16082 0,'41'0'31,"-41"40"-15,40-40-16,-40 40 0,40 0 16,-40 0-1,40 0-15,-40 0 16,0 0 0,0 0-16,0 1 15,-40-41-15,-40 0 16,39 0-1,1 0-15,0 0 0,40-41 16,-40 41-16,40-40 0,-40 0 16,40 0-16,0 0 0,0 0 15,0 0 1,40 0-16,0 0 0,0 0 16,41 40-16,-81-41 15,40 41-15,-40-40 0</inkml:trace>
  <inkml:trace contextRef="#ctx0" brushRef="#br0" timeOffset="41057.61">14767 15961 0,'40'0'0,"0"0"16,0 0 0,120 81 15,-79-1-16,-81 40 1,-40-80 0,-1-40-1,41-40 1,0-40 0,41-81-1,-1 121-15,40-40 31,-80 40-31,40 40 0,0-40 0,0 40 16</inkml:trace>
  <inkml:trace contextRef="#ctx0" brushRef="#br0" timeOffset="43357.39">11637 18368 0,'0'-40'0,"-40"-1"31,40 1 110,0 80 328,40-40-454,-40 41-15,0-1 0,40-40 0,0 0 0,-40 40 16,0 0-16,40-40 16,0 40-16,-40 0 0,40-40 15,-40 40-15,0 0 16,40-40-16,-40 40 16,0-80 46,0 0-62,0 0 16,0 0-1,-40 40 1,40-40 0,0 0-1,40 40-15,-40-40 16,41 40-16,-41-40 0,40 40 0,0 0 15,-40-41-15,40 41 16,0 0 0,-40 41-16,40-41 0,-40 40 15,40 0-15,0 0 16,-40 0 0,0 0-1,0 0-15,0 0 0,-40-40 0,40 40 16,-40-40-16,40 40 15,-40-40-15,40 41 0,-40-41 0,0 40 0,0-40 16,0 40-16,-1-40 16,1 0-1,40-40-15,0 0 16,0-1 0,0 1-16</inkml:trace>
  <inkml:trace contextRef="#ctx0" brushRef="#br0" timeOffset="44127.41">12319 17926 0,'0'0'0,"0"-40"31,0 80 31,40 1-62,-40-1 0,0 0 16,0 0-16,40 0 0,-40 0 16,40 0-16,-40 0 0,0 0 15,40 1-15,-40-1 0,0 0 0,40 0 0,-40 0 16,0 0-16,0 0 0,41 0 16,-41 0-16,0 0 0,0 1 0,40-41 0,-40 40 15,40-40 1</inkml:trace>
  <inkml:trace contextRef="#ctx0" brushRef="#br0" timeOffset="44687.38">12800 18047 0,'0'0'0,"-40"0"0,0 0 15,40-40 1,0 120 15,40-80-31,0 0 16,-40 40-16,40-40 16,-40 40-16,41 0 0,-41 0 0,40-40 0,-40 40 15,40 1-15,-40-1 16,0 0-16,40-40 0,-40-40 47,40 40-47,-40-40 0,0-1 0,0 1 15,0 0-15,0 0 0,40 0 16,-40 0-16,0 0 0,40 40 31,0 0-15,-40 40-16,41-40 15,-1 0-15,-40 40 0,40-40 0,-40 40 16,40-40-16,0 0 0,0 0 0,0 0 31,-40-40-31,0 0 16,0 0-16,0 0 16,0 0-16,0-1 0,0 1 0,-40 40 15,40-40-15,0 0 16,0 0-16,0 0 0,0 0 15,0 80 17</inkml:trace>
  <inkml:trace contextRef="#ctx0" brushRef="#br0" timeOffset="45137.28">14205 17485 0,'-40'0'0,"40"81"63,40-81-63,-40 40 15,40 0-15,-40 0 0,0 0 0,40 0 16,-40 0 0,0 0-16,0 0 0,40 0 0,-40 1 15,0-1-15,0 0 16</inkml:trace>
  <inkml:trace contextRef="#ctx0" brushRef="#br0" timeOffset="45337.33">14245 17285 0,'-40'-40'16,"80"80"-16,-120-120 15</inkml:trace>
  <inkml:trace contextRef="#ctx0" brushRef="#br0" timeOffset="45907.31">14445 17325 0,'0'40'16,"0"-80"-16,41 120 16,-1-40-1,0 0 1,-40 0-1,0 1-15,0-1 16,0-80 15,0-1-15,0 1 0,0 0-16,40 40 31,-40-40-31,40 40 0,0 0 15,-40 40 1,40-40-16,-40 40 16,41-40-16,-41 40 31,0-80 0,0 0-31,0 0 16,0 0-16,40 0 0,-40 0 0,40 0 15,-40 0 1,40 40-16,0 0 16,0 0-1,0 80 1,-40-40 0,0 0-16,40-40 0,-40 40 0,0 0 15,41-40 1,-41 40-16,0-80 15</inkml:trace>
  <inkml:trace contextRef="#ctx0" brushRef="#br0" timeOffset="47207.15">15288 16844 0,'-80'0'15,"160"0"-15,-200 0 16,80 40-16,40 0 16,0 0-1,0 0-15,0 80 32,40-120-32,0 40 15,0-40 1,-40-40-1,0 0-15,0 0 0,0 0 16,0 0 0,0 0-16,0 0 15,0 80 32,40-40-47,0 0 16,-40 40-16,40-40 0,-40 40 15,41-40-15,-1 0 16,-40-40-16,40 40 0,-40-40 16,0 0-1,40 0-15,-40 0 0,0-1 16,0 1-16,0 0 16,0 0-16,0 0 0,0 0 15,-40 40 1,40 40 15,-40-40-31,40 80 16,0-40-16,0 0 31,40-40-15,-40-40-1,40 0-15,-40 0 0,0 0 16,0 0-16,0 0 15,0 0-15,0 0 16,0-1 0,0 82 31,0-1-47,40 0 15,-40 0-15,0 0 16,0 0-16,0 0 0,40 0 0,-40 0 15,0 1-15,40-1 0,-40 0 0,0 0 16,0 40-16,0-40 16,0 0-16,0 0 0,0 0 0,0 1 0,0-1 15,0 0-15,0 0 16,-40-40-16,40 40 0,-40-80 47,40 0-47,0 0 15,0 0 1,0-1-16,0 1 0,0 0 16,0 0-16,40 0 0,-40 0 15,0 0-15,0 0 0,40 40 16,-40-40 0,40 40-16,-40-40 0,41 40 15,-41-41 1,40 1-16,-40 0 0,40 0 15,-40 0-15,40 40 16,-40-40-16,0 0 16,0 0 46,-40 40-31,0 0-15,40 40 15,0 0-15,40-40 0,-40 40-1,40-40 1,0 0-16,0 0 15,0 0-15,0 0 32,1 0-32,-41-40 0,0 0 15,40 40-15,-40-40 16</inkml:trace>
  <inkml:trace contextRef="#ctx0" brushRef="#br0" timeOffset="47377.21">16532 16322 0,'-40'0'15,"80"0"-15,-80-40 32,40 0-32</inkml:trace>
  <inkml:trace contextRef="#ctx0" brushRef="#br0" timeOffset="189798.65">20585 802 0,'-40'0'16,"40"-41"-1,0 1 79,40 40-94,0 0 16,-40-40-16,40 40 0,-40-40 15,40 40 1,0-40 0,0 40-1,1 0 1,-1 40-16,0 0 0,-40 40 15,40-80 1,-40 41-16,40-1 0,-40 0 0,0 0 0,0 40 16,0-40-16,0 0 0,0 0 0,0 41 0,0-41 15,-40 0-15,40 0 0,0 0 16,-40 0-16,0 0 16,40-80 15,0 0-31,0 0 15,0 0-15,40 0 0,-40 0 0,40-1 0,-40-39 16,40 40-16,-40 0 16,40 0-16,-40 0 0,40 0 0,-40 0 0,0 0 0,40 40 15,1-41-15,-1 41 16,0-40 0,0 40-16,0 0 0,0 0 15,0 40 1,0 1-16,-40-1 15,41-40-15,-41 40 16,0 0-16,0 0 0,0 0 16,0 0-16,0 0 15,0 0 1,0-80 15,0 0-31,0 0 16,40 0-16,-40 0 15,40 0-15,-40 0 0,0 0 0,40 40 16,-40-41-16,40 1 0,0 0 16,0 0-16,0 40 15,1 0-15,-1-40 16,0 40 0,0 0-16,0 0 15,-40 40-15,0 0 16,40 0-16,-40 0 0,0 1 15,40-41 1,-40 40-16,0 0 0,41 0 0,-41 0 0,0 0 16,0 0-16,0 0 0,40-40 0,-40 40 15,0 0-15,0 1 0,0-1 16,0 0-16,40 0 0,-40-80 94,0 0-79,40 0 17,-40-1 124,-40 41-125,40-40-31</inkml:trace>
  <inkml:trace contextRef="#ctx0" brushRef="#br0" timeOffset="191238.65">22952 521 0,'40'0'234,"1"0"-234,-41 40 0,40-40 0,0 40 16,0 0-16,0-40 0,-40 40 15,40 0-15,-40 0 0,40-40 16,0 41-16,1-1 0,-1 0 16,0-40-1,-40 40-15,40-40 0,0 0 0,0 0 16,0 40-1,0-40-15,1 0 16,-1 0 0,0 0-16,0 0 15,-40 40-15,40-40 16,-40-40 78,0 0-63,-40 40-15</inkml:trace>
  <inkml:trace contextRef="#ctx0" brushRef="#br0" timeOffset="192118.51">23675 481 0,'-41'0'15,"41"40"95,0 0-1,-40-40-109,40 40 16,-40 0-16,40 0 15,-40 0-15,0 0 0,40 1 0,-40-1 0,0 0 16,0 0-16,-1 0 15,41 0-15,-40 40 0,0-40 0,0 0 0,40 1 16,-40-1-16,40 0 0,-40-40 16,40 40-16,-40 0 0,40 0 15,0-80 235,0 0-234,0 0 0,40 40-16,-40-40 0,40 40 15</inkml:trace>
  <inkml:trace contextRef="#ctx0" brushRef="#br0" timeOffset="193388.44">24397 641 0,'0'-40'47,"40"40"-32,0 0 1,0 0-16,0 40 16,-40 0-1,40-40-15,-40 40 0,0 0 0,41-40 16,-41 41-16,0-1 15,0 0-15,0 0 0,0 0 16,0 0-16,0 0 0,0 0 16,-41-40-16,41 40 0,0 0 15,0-80 17,0 0-17,41 40-15,-41-40 16,0 0-16,40 0 0,-40 0 0,40 0 15,-40 0-15,40 40 16,-40-40-16,0-1 0,40 41 0,-40-40 0,40 40 16,-40-40-16,0 0 0,40 40 0,0-40 15,1 40 1,-41-40-16,40 40 16,0 0-1,0 0-15,0-40 16,0 80 15,-40 0-31,0 0 0,0 0 16,0 0-1,0 0-15,0 1 16,0-1 0,0 0-16,0 0 0,0 0 31,0 0-31,40-40 0,-40 40 31,40-40-31,1 0 16,-1 0 15,0 0-31,-40-40 0,40 0 16,0 40-1,-40-40-15,-40 40 141</inkml:trace>
  <inkml:trace contextRef="#ctx0" brushRef="#br0" timeOffset="198848.1">16171 2285 0,'0'-40'0,"-40"40"31,0 0 0,0 0-15,-1 0-1,41 40-15,-40-40 0,40 41 0,-40-41 0,0 0 16,40 40-16,-40 0 0,0 0 16,40 0-1,-40-40-15,40 40 0,0 0 0,-40-40 16,40 40-16,0 0 16,0 0-16,40-40 15,-40 41 1,40-41-16,-40 40 0,40-40 0,0 40 0,0-40 15,-40 40-15,40-40 0,0 40 16,1 0-16,-1-40 0,-40 40 0,40 0 16,0 0-16,-40 1 0,40-41 0,-40 40 15,0 0 1,0 0-16,0 0 0,-40 0 16,0 0-1,0-40-15,0 40 0,-1-40 16,1 0-16,0 0 15,0 0-15,0 0 0,0 0 16,40-40-16,-40 40 0,40-40 0,-40 40 16,40-40-1,0 0-15,0 0 16,40 0 0</inkml:trace>
  <inkml:trace contextRef="#ctx0" brushRef="#br0" timeOffset="199148.09">16372 2646 0,'0'0'16,"0"40"15,40 1-31,-40-1 0,40-40 16,-40 40-16,0 0 16,40-40-16,-40 40 0,40 0 0,-40 0 15,0 0 1,0 0-16,0 1 0,0-1 15</inkml:trace>
  <inkml:trace contextRef="#ctx0" brushRef="#br0" timeOffset="199358.09">16331 2406 0,'0'-80'31,"0"160"-31,0-201 16,41 121 0</inkml:trace>
  <inkml:trace contextRef="#ctx0" brushRef="#br0" timeOffset="199928.05">16693 2566 0,'0'-40'31,"40"40"0,0 0-31,0 0 0,0 0 16,0 0-16,0 0 0,0-40 16,1 40-16,-1 0 15,0 0-15,-40-40 16,0 80 31,0 0-16,0 0-15,0 0-16,-40 0 0,40 0 15,-40-40-15,40 41 16,-41-1-16,1 0 0,0 0 0,0 0 16,0 0-16,40 0 15,-40-40-15,40 40 0,0 0 0,0 1 31,0-82 1,0 1-17,80 40 17,-40 0-32,0 0 0,0 0 15,1 40-15,39-40 16,-40 41-16,0-41 0,0 40 0,0-40 0,41 40 15,-41-40-15,0 0 16,0 0-16,0 40 0,0-40 0,0 0 0,0 0 16,1 0-16,-1 0 0</inkml:trace>
  <inkml:trace contextRef="#ctx0" brushRef="#br0" timeOffset="200348.01">17615 2767 0,'41'0'47,"-1"0"-47,0 0 16,0 0-16,0 0 0,0 0 0,-40-40 15,40 40-15,-40-41 16,40 41-16,-40-40 15,0 0 1,-40 40 0,0 0-16,0 0 15,0 0 1,0 0-16,40 40 16,-40-40-16,0 40 15,40 1 1,-41-1-16,41 0 15,0 0-15,41 0 16,-41 0-16,80-40 0,-80 40 16,0 0-16,40 0 15,0-40-15,0 41 0,0-41 16,0 40 0,1-40-16</inkml:trace>
  <inkml:trace contextRef="#ctx0" brushRef="#br0" timeOffset="200767.99">18619 2606 0,'0'0'16,"-40"0"15,120 0-15,0-40-1,81 0 1,-121 40-16,80-40 31,-80 40-31,0-40 0,0 40 0</inkml:trace>
  <inkml:trace contextRef="#ctx0" brushRef="#br0" timeOffset="201167.96">18859 2807 0,'-40'40'31,"80"-80"-31,-120 80 15,120-40 1,0 0 0,1 0-1,-1 0 1,0 0-16,0 0 0,0 0 16,0 0-1,0-40-15,0 40 0,1 0 0,-41-40 16,40 40-1,-121 0 126</inkml:trace>
  <inkml:trace contextRef="#ctx0" brushRef="#br0" timeOffset="203347.93">13884 4291 0,'0'-40'31,"-40"40"0,40-41-15,-41 41-16,1 0 31,0 0-31,0 41 16,0-41 0,40 40-16,0 0 15,-40-40 1,40 40-16,0 0 0,0 0 15,0 0 1,40-40-16,0 0 16,0 0-16,0 0 31,0 0-31,1 0 16,-41-40-1,0 0-15,0 0 0,0 0 16,0 0-16,0 0 15,0-1-15,0 1 0,-41 40 16,41-40-16,-40 40 0,40-40 16</inkml:trace>
  <inkml:trace contextRef="#ctx0" brushRef="#br0" timeOffset="203707.819">14325 3850 0,'-40'0'16,"0"0"-1,40 40 1,-40 0-16,40 0 0,0 0 16,0 0-1,0 0-15,0 0 0,0 0 0,0 0 0,0 1 16,0-1-16,40 0 16,-40 0-16,40 0 0,-40 0 0,0 0 15,40-40-15,-40 40 16,0 0-16,40 1 0,-40-1 0,0 0 15,0 0-15,0 0 0,0 0 16,0 0-16,-40 0 16,40 0-16,0 0 0,-40-40 0,40 41 15</inkml:trace>
  <inkml:trace contextRef="#ctx0" brushRef="#br0" timeOffset="203907.8">14285 4812 0,'-40'0'16,"80"0"-16,-120-80 16,80 40-16,0 0 15,0 0 1,40-1 0,80 1-1,1-80 1,-81 120-16</inkml:trace>
  <inkml:trace contextRef="#ctx0" brushRef="#br0" timeOffset="204227.78">15409 3970 0,'0'-40'16,"0"80"31,40-40-47,-40 40 15,40-40-15,-40 40 0,40 0 16,-40 0-16,0 0 16,40-40-16,-40 40 0,0 1 0,40-1 15,-40 0 1,0 0-16,0 0 0</inkml:trace>
  <inkml:trace contextRef="#ctx0" brushRef="#br0" timeOffset="204417.84">15449 3769 0,'0'0'15,"-121"-40"1,161 0 15</inkml:trace>
  <inkml:trace contextRef="#ctx0" brushRef="#br0" timeOffset="204957.76">15810 3809 0,'0'0'15,"0"41"-15,40-41 16,0 120 15,0 0-15,-40-40 0,0-40 15,40-80-16,-40 0 1,40 0 0,1 40-16,-41-40 0,40 40 15,0 0 1,0 0-16,-40 40 16,40-40-1,-40 40-15,0 0 0,0 0 31,0-80 1,0 0-32,0 0 15,80 0-15,-80 0 0,0 0 16,40 40-16,-40-40 16,41 40-16,-1-40 0,0 40 15,0 0 1,-40 40-16,0 0 15,40-40-15,-40 40 0,0 0 16,0 0 0,0 0-16,0 0 0,40-40 15</inkml:trace>
  <inkml:trace contextRef="#ctx0" brushRef="#br0" timeOffset="206117.67">17054 3729 0,'0'0'0,"-40"0"0,-1 0 16,1 0 0,0 0-1,40 40-15,0 0 16,0 1-16,0-1 0,0 0 15,0 0 1,40-40 0,-40-40 15,0 0-15,0 0-1,0 80 32,40-40-31,-40 40-16,41-40 15,-41 40-15,40-40 0,0 0 16,0 0 0,-40 40-16,40-40 0,0 0 0,0 0 15,-40-40 1,40 40-16,-40-40 0,0 0 15,0 0-15,41 40 16,-41-41 0,0 1-16,-41 40 31,1 0-15,40 40 15,0 1-16,0-1-15,0 0 16,40-40 15,-40-40-15,0 0-16,0-1 16,0 1-16,0 0 31,0 80-16,0 0 1,0 1-16,0-1 16,0 0-16,0 0 0,41 0 0,-41 0 15,0 0 1,0 0-16,0 0 0,40 0 0,-40 1 0,0-1 16,0 0-16,0 0 15,0 0-15,0 0 0,0 0 0,-81 0 16,81 0-16,-40-40 15,40 41-15,-40-41 0,0 0 16,40-41 0,-40 1-16,40 0 15,0 0-15,0 0 0,80 0 16,-80 0-16,40 0 16,-40 0-16,40-1 0,1 1 0,-1 0 0,-40 0 15,40 0-15,0 0 0,0 0 16,0 40-16,-40-40 0,40 0 0,0 40 15,-40-40-15,0-1 0,41 41 0,-41-40 0,40 40 0,-40-40 16,40 40 0,-40-40-16,0 0 15,-40 40 17,40 40-17,0 0 1,-40 0-16,40 0 15,0 1-15,0-1 0,0 0 16,0 0-16,0 0 0,40 0 16,0 0-1,0-40 1,0 0-16,0 0 16,0 0-16,0 0 0,1-40 0,-1 40 15,0-40-15</inkml:trace>
  <inkml:trace contextRef="#ctx0" brushRef="#br0" timeOffset="207597.67">20143 2486 0,'0'0'0,"-40"0"0,40-40 16,0 0-16,81 40 16,-81-40-16,80 0 15,-40 40-15,0 0 16,0 0-16,0 0 16,-40 40-16,40-40 0,1 80 0,-1-40 15,-40 0-15,0 0 16,40-40-16,-40 40 0,0 0 0,0 0 0,0 1 15,0-1-15,0 0 0,0 0 16,0-80 31,0 0-31,0 0-16,0-1 15,0 1-15,0 0 0,40 40 16,0 0-1,0 0 1,0 0-16,0 40 0,-40 0 16,41-40-16,-41 41 15,0-1-15,0 0 0,0 0 32,0-80-1,0 0-31,0 0 0,0-1 15,0 1-15,40 0 0,-40 0 0,40 0 16,-40 0-16,40 0 16,0 0-16,0 40 0,-40-40 0,40 40 15,-40-40-15,40 40 16,1 0-16,-1 0 16,0 40-1,0-40-15,-40 40 16,40-40-16,-40 40 0,0 0 15,0 0-15,40-40 0,-40 40 0,0 0 16,0 0-16,0 0 0,40-40 0,-40 41 16,0-1-1,0 0-15,0 0 16</inkml:trace>
  <inkml:trace contextRef="#ctx0" brushRef="#br0" timeOffset="207917.57">22029 2326 0,'0'0'0,"41"40"47,-1 0-47,0 0 0,-40 0 16,40-40-16,0 40 16,0-40-16,-40 40 0,40-40 0,0 40 0,1-40 15,-1 40-15,0-40 16,-40 40-16,40-40 0,0 0 15,0 0-15,0 0 16</inkml:trace>
  <inkml:trace contextRef="#ctx0" brushRef="#br0" timeOffset="208167.62">22551 2285 0,'0'0'16,"-40"0"-16,0 0 31,40 41-31,0-1 0,-40-40 16,40 40-16,0 0 0,-40 0 16,-1 0-16,41 0 0,-40 0 0,0 0 15,40 0-15,-40 1 16,40-1-16,0 0 0,-40-40 0,40 40 0,0 0 15,-40 0-15</inkml:trace>
  <inkml:trace contextRef="#ctx0" brushRef="#br0" timeOffset="208817.6">23033 2285 0,'0'0'16,"-41"0"-16,82 0 47,-1 0-32,-40 41-15,40-41 0,0 0 16,-40 40-16,40-40 15,-40 40-15,40-40 0,-40 40 0,0 0 16,0 0-16,0 0 0,0 0 16,-40 0-1,40 0-15,0-80 47,40 0-31,-40 0-16,40 0 0,-40 0 15,40 0-15,1 0 0,-1 0 16,0 0 0,0 40-16,-40-41 0,40 41 15,0 0 1,-40 41 0,40-41-16,-40 40 15,40 0-15,-40 0 0,0 0 16,41 0-1,-41 0-15,0 0 0,0 0 16,0 0-16,40-40 0,-40 41 16,40-41-1</inkml:trace>
  <inkml:trace contextRef="#ctx0" brushRef="#br0" timeOffset="209127.56">24236 2205 0,'81'40'31,"-41"0"-15,0-40-16,0 0 0,0 41 16,0-1-16,0-40 15,0 0-15,1 40 0,-1-40 0,0 40 16,0-40-16,0 40 0,0-40 16,0 40-16,0-40 0,1 40 31</inkml:trace>
  <inkml:trace contextRef="#ctx0" brushRef="#br0" timeOffset="209397.55">24758 2125 0,'-40'40'16,"40"0"0,-40 0-1,-41 81 1,81-81-16,-40 80 16,40-80-16,0 0 0,-40 0 15,40 0-15,0 1 16,-40-1-16</inkml:trace>
  <inkml:trace contextRef="#ctx0" brushRef="#br0" timeOffset="-213809.54">25841 1764 0,'-40'0'0,"0"0"0,0 0 15,40-40 1,-40 40-16,0 0 16,0 0-1,0 0 1,-1 0 0,1 40-1,40 0-15,-40 0 16,0 0-16,40 0 0,-40 1 15,40-1-15,0 0 16,0 0 0,0 0-16,40-40 0,0 40 15,0-40 1,-40 40-16,0 0 16,40-40-16,1 40 15,-1 1-15,-40-1 0,0 0 16,0 0-1,0 0 1,-40-40-16,40 40 16,-41-40-16,1 0 15,0 0 17,40-40-32,0 0 0,0 0 15,80 40 1,-80-40-16,0 0 0,41 40 15,-1-41-15,0 41 0,0 0 0,0 0 16,0-40 0,0 40-16,0 0 0,1 0 0,-1 0 15,0-40-15,0 40 16,0 0-16,0 0 0,-40-40 0,40 40 0,0 0 16,1-40-16,-1 40 15,-40-40-15,0 0 47,-40 40-31,40 40 46,0 0-46,0 0-16,0 0 0,0 0 15,0 0-15,0 1 16,0-1 0</inkml:trace>
  <inkml:trace contextRef="#ctx0" brushRef="#br0" timeOffset="-213569.57">26323 1724 0,'-40'0'15,"0"0"1,80 0 15,-40 40-31</inkml:trace>
  <inkml:trace contextRef="#ctx0" brushRef="#br0" timeOffset="-212959.68">26564 2005 0,'0'0'0,"40"0"47,-40-40-47,40 40 16,0 0-16,0 0 0,0 0 0,0 0 0,1-41 15,-1 41 1,0 0-16,0 0 0,-40 41 78,-40-41-78,40 40 0,-40 0 31,0 0-31,40 0 0,-41-40 0,41 40 16,-40 0-16,40 0 16,-40-40-16,40 40 0,-40 1 15,40-1 1,0-80 31,40 40-32,-40-41 1,40 41-16,0 0 0,1 0 16,-1 0-1,0 0-15,0 0 0,0 0 16,0 0-16,0 0 0,0 0 0,1 0 15</inkml:trace>
  <inkml:trace contextRef="#ctx0" brushRef="#br0" timeOffset="-212559.711">27326 2085 0,'0'0'0,"-40"0"16,120 0 15,-40 0-31,-40-40 0,40 40 16,41 0-1,-41 0-15,0-40 0,-40 0 16,-40 40 15,0 0-31,0 0 31,-1 0-15,41 40 0,-40-40-16,40 40 0,0 0 31,0 0-31,0 0 0,40 0 15,1 0-15,-41 0 16,40-40 0,0 0-16</inkml:trace>
  <inkml:trace contextRef="#ctx0" brushRef="#br0" timeOffset="-211779.75">28129 2005 0,'0'40'16,"0"0"15,0 0-15,-81 0-1,41-40-15,40-40 31,0 0-15,40 0-16,0 0 16,1 40-16,-1-40 15,0 40-15,0-41 0,0 41 0,-40-40 16,40 40-16,0-40 16,-40 0-16,0 0 15,0 0 1,-40 40-16,40-40 15,-40 40 1,40 40 31,0 0-47,0 0 0,-40 0 0,40 0 16,0 0-16,0 1 0,-40-1 15,40 0-15,0 0 0,0 0 0,0 0 0,-40 0 16,40 0-16,0 0 0,0 1 0,0-1 15,0 0-15,0 0 16,-40 0-16,40 0 0,0 0 16,-41-40-1,1 0 17,0 0-17,40-40-15,0 0 16,0 0-16,0 0 0,0 0 15,40 40-15,-40-40 0,40 40 0,-40-41 16,0 1 0,41 40-16,-1 0 0,0-40 0,0 40 15,0 0 1,0 0-16,0 0 0</inkml:trace>
  <inkml:trace contextRef="#ctx0" brushRef="#br0" timeOffset="-210769.81">25199 3248 0,'40'-40'32,"1"40"-32,-41-40 0,40 40 15,0 0 1,0-40-16,0 40 0,-40-40 0,40 40 16,0 0-1,-40-41-15,41 41 0,-41-40 0,0 0 16,0 0-1,-41 40 1,1 0 0,0 40 15,40 0-15,-40-40-16,40 40 0,-40 1 15,40-1-15,-40-40 16,40 40-16,0 0 0,0 0 15,0 0-15,0 0 0,0 0 0,40-40 16,-40 40-16,40-40 16,-40 40-16,40 1 0,0-41 0,0 40 15,1-40-15,-1 0 0,0 40 16,0-40-16,0 0 0</inkml:trace>
  <inkml:trace contextRef="#ctx0" brushRef="#br0" timeOffset="-210419.83">25922 3047 0,'-40'-40'15,"80"80"-15,-80-120 16,40 120 0,0 0-1,40 1-15,-40-1 16,40 0-16,-40 0 0,0 0 0,40 0 15,0 0-15,-40 0 0,0 0 16,0 0 0,40-40 15,-40-40-15,0 0-1,40 40-15,-40-40 0,40 0 0,-40 0 0,41 0 16,-1 0-16,0 0 15,0 40 1,-40-40-16,40 40 0,0 0 16,0 0-1</inkml:trace>
  <inkml:trace contextRef="#ctx0" brushRef="#br0" timeOffset="-210029.78">26403 3248 0,'40'0'16,"-40"-40"0,121 0-1,-81 0 1,-40 0 15,0-1-31,0 1 16,-40 40 15,0 0 0,40 40-31,-41 1 32,1 79-17,40-40 1,40 0-1,1-80-15,39 0 32,-40 0-32,0 0 0,0 0 15,0 0-15,0-40 0</inkml:trace>
  <inkml:trace contextRef="#ctx0" brushRef="#br0" timeOffset="-209709.79">26885 3047 0,'0'0'0,"0"-40"0,-40 40 31,40 40-15,40 1 0,0-1-16,40 40 31,-80-40-31,0 0 0,0 0 15,-40-40 1,0 0 0,40-40 15,0-40-15,80-40-1,-40 120-15,0-41 16,0 1-16,1 40 15,-1-40 1</inkml:trace>
  <inkml:trace contextRef="#ctx0" brushRef="#br0" timeOffset="-209289.9">27286 2887 0,'0'40'31,"0"0"-31,0 0 15,40-40-15,-40 40 16,40-40 0,0 0-16,0 0 31,-40-40-15,41 40-1,-41-40-15,0 80 63,-41 0-48,41 1-15,0-1 16,-40 0 0,40 0-16,0 0 0,0 0 0,-40 0 15,40 0-15,0 0 16,0 0-16,0 1 0,-40-1 15,40 0-15,-40-40 0,40 40 0,-40-40 16,0 40 0,0-40-16,40 40 0,-41-40 15,1 0-15</inkml:trace>
  <inkml:trace contextRef="#ctx0" brushRef="#br0" timeOffset="-207819.91">27928 2967 0,'0'0'0,"0"40"63,0 0-63,0 1 0,0-1 15,0 0-15,0 0 0,0 0 0,40-40 16,-40 40-16,0 0 0,0 0 16,0 0-16,0 0 15,0 1 1,40-41 0,-40-41 15,-40 1-16,40 0-15,-40 0 16,40 0-16,0 0 0,0 0 16,0 0-1,0 0-15,0 0 0,0-1 16,40 1 0,0 0-16,-40 0 15,40 40 1,0 0-16,-40-40 0,41 40 15,-1 0-15,0 0 16</inkml:trace>
  <inkml:trace contextRef="#ctx0" brushRef="#br0" timeOffset="-207349.94">27968 2967 0,'0'-40'32,"40"40"-32,0 0 15,-40-40 1,40 40-16,1 40 31,-41 0-31,40 0 16,-40 41-16,0-41 15,0 0 1,0 0-16,-40-40 16,40 40-1,-41-40-15,1 40 0,0-40 0,0 0 16,0 0 0,0 0-16,0 0 31</inkml:trace>
  <inkml:trace contextRef="#ctx0" brushRef="#br0" timeOffset="-207079.98">28450 2967 0,'0'0'16,"0"40"31,0 0-47,0 1 15,0-1-15,0 0 16,0 0-16,40-40 0,-40 40 0,0 0 15,0 0-15,0 0 16</inkml:trace>
  <inkml:trace contextRef="#ctx0" brushRef="#br0" timeOffset="-206880.04">28409 2847 0,'0'-40'15,"0"80"-15,0-120 32,41 80-32,-1 0 15</inkml:trace>
  <inkml:trace contextRef="#ctx0" brushRef="#br0" timeOffset="-206640.06">28690 2847 0,'0'40'0,"81"-40"47,-81 40-47,0 0 0,40-40 0,0 0 15,0 40-15,0 0 16,0 1-16,0-1 16,-40 0-1,41-40-15,-41 40 0</inkml:trace>
  <inkml:trace contextRef="#ctx0" brushRef="#br0" timeOffset="-206440.07">29011 2887 0,'-40'0'31,"80"0"-31,-120 0 16,80 40-16,-40 40 15,0 41 1,0-1 15,40-80-31,-40-40 0</inkml:trace>
  <inkml:trace contextRef="#ctx0" brushRef="#br0" timeOffset="-205810.02">29252 3047 0,'0'-40'0,"40"40"0,-40-40 31,40 0-15,-40 0-1,-40 40 1,40-40-1,-40 40 1,0 0 15,40 80-15,-40 81 0,120-121 15,-40 0-31,41-40 15,-1-80 17,-40 80-32,0 0 0,-40-41 0,0 1 0,0 0 15,40 40-15,0-80 16,-40 40-16,40 0 31,-40 0-31,41-81 16,-41 81-16,0 0 0,0 0 31,-41 40 0,41 40-15,0 0 0,0 0-16,0 0 0,-40 1 15,40-1-15,0 0 16,-40 0-16,40 0 0,0 0 0,0 0 0,0 0 15,0 0-15,0 1 0,80-41 0,-80 40 16,0 0 0,81-40-16</inkml:trace>
  <inkml:trace contextRef="#ctx0" brushRef="#br0" timeOffset="-187941.1">14405 5454 0,'0'0'0,"-40"0"0,-80-40 15,240 40 1,-200 80-16,160-160 0,-40 80 0,0 0 31,-80 0 125,0 0-140,0 0-16,0 0 16,0 0-16,0 40 31,40 0-31,-40 0 0,40 0 15,0 0 1,0 0-16,0 0 16,0 0-1,0 1-15,40-41 16,-40 40-16,40-40 16,-40 40-16,40-40 0,-40 40 15,40-40-15,0 0 0,0 0 16,0 0-1,1 0-15,-1 40 16,0 0 0,-40 0-1,0 0 1,0 0 0,-40-40-16,40 41 0,-40-41 15,-1 0-15,1 40 16,0-40-16,0 0 0,0 0 0,0 0 15,0 0-15,0 0 16,-1 0 0,41-40-16</inkml:trace>
  <inkml:trace contextRef="#ctx0" brushRef="#br0" timeOffset="-187621.14">14847 5454 0,'0'0'16,"0"40"15,0 0-31,0 0 16,0 0-1,0 0-15,0 0 0,0 0 0,40 1 16,-40-1-16,0 0 16,40 0-16,-40 0 0,0 0 15,0 0-15</inkml:trace>
  <inkml:trace contextRef="#ctx0" brushRef="#br0" timeOffset="-187411.16">14767 5333 0,'-81'-40'16,"162"80"-16,-162-120 16,121 80-1</inkml:trace>
  <inkml:trace contextRef="#ctx0" brushRef="#br0" timeOffset="-186861.1">15088 5454 0,'-41'0'16,"82"0"15,-1 0-31,0 0 0,0 0 15,0 0-15,0-40 16,0 40-16,0-40 0,1 40 0,-1-41 16,0 41-1,0-40-15,0 40 0,0 0 32,-160 40 14,200-40-46,-120 41 0,40-1 16,-40 0-16,0 0 16,40 0-16,-40 0 0,-1 0 15,41 0 1,-40-40-16,40 40 0,0 0 0,0 1 16,-40-41-16,80-41 46,0 41-30,1 0 0,-41-40-16,40 40 15,0 0-15,0-40 0,0 40 16,0 0 0,0-40-16,0 40 0,1 0 0,-1 0 15,0-40-15,0 40 0,0 0 0,0-40 16,0 40-16,-40-40 0</inkml:trace>
  <inkml:trace contextRef="#ctx0" brushRef="#br0" timeOffset="-186421.14">16010 5333 0,'-40'0'16,"80"0"-16,-40 0 16,81 0-1,-41-40-15,-40 0 0,40 0 16,0 40-16,0 0 16,0-40-16,0-40 15,-40 40 1,-40 40-1,0 0 1,0 40 0,-40 0 15,80 40-15,0 40-1,80-79 1,40-1 15,-79-40-31,79 0 16,-80 0-16</inkml:trace>
  <inkml:trace contextRef="#ctx0" brushRef="#br0" timeOffset="-185611.17">17174 4892 0,'40'0'31,"0"0"-15,0 40 0,1 0-16,-41 1 0,40-41 15,-40 40-15,0 0 0,0 0 16,0 0-1,-40 0-15,-1 0 16,1-40 0,40-40-1,0 0 1,0 0-16,0 0 0,0 0 0,40 40 16,-40-40-16,0-1 0,81 1 0,-41 0 15,0 40-15,-40-40 16,40 40-16,0 0 0,0-40 15,-40 40-15,40 0 0,-40-40 16,0 80-16,41-80 0,-41 0 0,40 40 0,-40-40 16,0 80 46,0 0-46,0 0-1,0 0-15,0 0 0,0 0 0,40 0 16,-40 1-16,40-1 16,-40 40-16,40-40 0,-40 0 0,40 0 0,-40 0 15,40 0-15,-40 1 0,0-1 16,0 0-16,0 0 0,0 0 0,0 0 16,0 0-16,-40-40 0,40 40 15,-40-40 1,0 0-1,0-40-15,40 0 16,0 0-16,-40 0 16,40 0-16,0 0 15,0 0-15,0-1 0,40 41 16,-40-40-16,80 0 16,-40 0-16,0 0 0,0 40 15,-40-40-15,41 40 0,-1-40 16</inkml:trace>
  <inkml:trace contextRef="#ctx0" brushRef="#br0" timeOffset="-184811.31">19060 4692 0,'0'0'0,"-40"0"15,0 0 1,40 40-16,-40-40 0,40 40 16,-40-40-16,-1 40 15,41 0-15,-40-40 0,40 40 0,-40-40 16,40 40-16,0 0 16,-40-40-16,40 41 0,0-1 0,0 0 0,0 0 15,0 0-15,0 0 0,40-40 0,-40 40 16,40 0-16,0-40 15,1 0-15,-1 40 0,0-40 0,0 0 16,0 0 0,0-40-16</inkml:trace>
  <inkml:trace contextRef="#ctx0" brushRef="#br0" timeOffset="-184521.26">19501 4812 0,'0'40'31,"41"-40"-31,-1 40 16,-40 0-1,0 0-15,0 1 0,0-1 16,0 0-16,0 0 16,-40-40-16,-1 40 0,1-40 15,0 0-15,0 0 0,0 0 16,40-40-16,-40 40 15,0 0-15,40-40 0,-40 0 16,40 0-16,0-1 16,0 1-16,0 0 0,40 40 0,-40-40 15,40 40-15,0 0 16,-40-40-16,40 40 0,0 0 0,-40-40 16</inkml:trace>
  <inkml:trace contextRef="#ctx0" brushRef="#br0" timeOffset="-184271.35">19662 4531 0,'0'0'16,"0"40"15,0 1-31,0-1 16,0 0-16,0 0 15,0 0-15,40 0 16,-40 0-16,0 0 16,0 0-16,40 0 0,-40 1 15,0-1-15,0 0 16,0 0-16,40-40 16,-40 40-16</inkml:trace>
  <inkml:trace contextRef="#ctx0" brushRef="#br0" timeOffset="-183941.37">20224 4692 0,'-40'40'16,"80"-80"-16,0 40 15,0 40 1,0 0-1,-40 0 1,-40 0 0,-40 0 15,-1-40-15,41-40-16,40 0 31,0 0-16,81 0 1,-81 0-16</inkml:trace>
  <inkml:trace contextRef="#ctx0" brushRef="#br0" timeOffset="-183621.38">20424 4612 0,'40'40'31,"1"0"-15,-1-40 0,-40 40-16,40-40 0,0 40 0,0 0 15,0-40 1,-40 40-16,0 0 16,-40-40 15,0 0 0,40-40-31,0 0 31,0 0-31,0 0 0,40 40 16,-40-40-16,40 40 0,-40-40 16,40 40-16,0 0 15,1-40-15</inkml:trace>
  <inkml:trace contextRef="#ctx0" brushRef="#br0" timeOffset="-182971.39">21468 4612 0,'0'0'0,"0"-41"16,40 41 15,-40 41-31,0-1 16,40 40-16,-40-40 16,0 0-16,40 0 0,-40 0 15,0 0 1,0 0-16,0 1 0,-40-41 15</inkml:trace>
  <inkml:trace contextRef="#ctx0" brushRef="#br0" timeOffset="-182771.43">21468 4491 0,'-41'0'16,"82"0"-16,-122-40 15,121 40 1</inkml:trace>
  <inkml:trace contextRef="#ctx0" brushRef="#br0" timeOffset="-182251.37">21668 4531 0,'0'0'16,"0"40"-16,40 41 31,41-1-15,-41 0-1,0-80 64,0-40-79,0 0 15,0 0 1,0 40-16,1 0 31,-41 40-31,0 0 0,40-40 16,-40 40-1,0-80 32,40 40-47,0-40 16,-40 0-1,40 40-15,0-40 0,0 40 32,0 0-32,1 0 15,-41 40 1,40-40-16,-40 40 0,0 0 0,0 0 16</inkml:trace>
  <inkml:trace contextRef="#ctx0" brushRef="#br0" timeOffset="-181331.52">22912 4451 0,'0'0'0,"-80"0"31,40 0-31,0 40 16,0 40 0,40 41 15,40-81-15,0-40-16,0 0 31,0-80-16,0-1 1,-40 41-16,40 0 31,-40 80-15,0 41 0,0-1-1,40-40 1,41-40-1,-1-80 17,-40 40-32,0-81 31,0 121-31,-40-40 0,0 0 0,-40 80 31,40 0-15,-40 0-1,0 81 1,80-121 15,0-81-15,0 1 0,-40 0-1,0 120 16,0 0-15,0 0-16,0 0 16,0 1-16,0-1 0,0 0 0,0 0 15,0 0 1,0 0-16,0 0 0,0 0 0,0 0 16,0 0-16,0 1 0,0-1 0,0 0 0,0 0 15,0 0-15,0 0 0,0 0 16,0 0-1,-40-40 1,0 0-16,0-40 16,40 0-16,-40 0 15,40 0-15,0 0 0,0 0 16,0 0-16,0-1 0,40 41 16,-40-40-16,40 40 15,-40-40-15,40 40 0,0-40 0,0 40 16,1-40-1,-1 40-15,0 0 0,-40-40 16</inkml:trace>
  <inkml:trace contextRef="#ctx0" brushRef="#br0" timeOffset="-181081.51">23675 4571 0,'0'0'15,"40"0"1,0 0 0,120-40-1,-79 40 1,-41 0-16,120-40 15,-120 40-15,-40-40 0,40 40 16</inkml:trace>
  <inkml:trace contextRef="#ctx0" brushRef="#br0" timeOffset="-180901.47">24276 4692 0,'-40'0'0,"80"0"0,-80 40 31,121-40-31,-41 0 16,0 0-16,120-40 15,-79 40-15,-41 0 0,0 0 0</inkml:trace>
  <inkml:trace contextRef="#ctx0" brushRef="#br0" timeOffset="-179681.58">25962 4130 0,'0'-40'16,"-40"40"15,0 0-31,40 40 16,-41-40-16,41 40 0,-40 0 0,0-40 0,40 41 16,-40-41-16,40 40 15,-40-40-15,40 40 0,0 0 16,0 0-1,40 0-15,0-40 16,-40 40-16,40-40 0,0 0 16,1 40-16,-1 0 0,0-40 0,0 0 15,-40 41-15,40-41 0,-40 40 16,40-40-16,-40 40 0,0 0 16,-40-40-1,0 40 1,0-40-16,0 0 0,0 0 0,-1 0 15,1 0 1,0-40-16,0 0 16,40 0-16</inkml:trace>
  <inkml:trace contextRef="#ctx0" brushRef="#br0" timeOffset="-179431.55">26524 4251 0,'40'0'16,"-80"0"-16,80 40 16,-40 0-16,40 40 31,-40-40-31,40 0 0,0 40 31,-40-39-31</inkml:trace>
  <inkml:trace contextRef="#ctx0" brushRef="#br0" timeOffset="-179221.55">26644 4090 0,'0'0'31,"-40"-40"-31</inkml:trace>
  <inkml:trace contextRef="#ctx0" brushRef="#br0" timeOffset="-178791.67">26845 4251 0,'0'0'0,"40"0"16,0 0-1,0 0-15,80-41 32,-80 41-32,1 0 0,39 0 31,-80 41 16,0-1-47,-40-40 0,40 40 15,0 0-15,-40 0 16,40 0-16,-41-40 0,41 40 0,-40 0 16,40 0-1,-40-40-15,80 0 78,0 0-78,1 0 16,-1 0-16,0 0 16,0 0-16,0-40 0,0 40 0,0 0 15,0 0 1,1-40-16</inkml:trace>
  <inkml:trace contextRef="#ctx0" brushRef="#br0" timeOffset="-178431.62">27607 4331 0,'40'0'16,"0"-40"0,0 40-1,0-40 1,1-1-1,-41 1 17,-41 40-32,-39 0 31,80 40-31,-40 41 16,40-41-1,0 40 1,40-80-16,-40 40 15,40-40-15,41 40 16,-41-40-16</inkml:trace>
  <inkml:trace contextRef="#ctx0" brushRef="#br0" timeOffset="-177521.75">28329 4491 0,'-40'0'0,"0"0"31,0 0-31,40 40 16,-40-40-1,40 40-15,0 1 16,0-1 0,0 0-1,40-40 1,0 0-1,0-40-15,-40 0 16,40-1 0,-40 1-16,0 0 0,0 0 15,0 0 1,0 80 15,0 0-31,0 0 16,0 0-16,0 1 0,0-1 15,0 0-15,0 0 16,0 0-16,-40-40 0,40 40 0,0 0 16,0 0-16,0 0 15,0 0-15,-40 1 0,0-1 16,0-40 15,40-40-15,0-1-1,0 1-15,0 0 16,0 0 0,40 40-16,-40-40 0,40 40 0,0-40 31,0 0-31,0 0 16</inkml:trace>
  <inkml:trace contextRef="#ctx0" brushRef="#br0" timeOffset="-177191.75">28530 4491 0,'0'40'0,"40"-40"16,0 0-16,-40 40 0,40-40 31,0 41-31,-40-1 16,0 0-1,0 0 32,-40-40-15,40-40-32,0 0 15,0 0-15,40 40 16,-40-41-16,81 41 15,-81-40-15,40 40 16,0 0-16,0-40 16</inkml:trace>
  <inkml:trace contextRef="#ctx0" brushRef="#br0" timeOffset="-176821.79">29092 4451 0,'-40'0'32,"-1"40"-17,41 0 1,-40-40-16,0 40 16,80-40 46,0-40-46,1 40-1,-1 0 1,0 0 0,-40 40-16,40-40 15,0 0-15,-40 41 0,40-41 16,-40 40-1,40-40 1</inkml:trace>
  <inkml:trace contextRef="#ctx0" brushRef="#br0" timeOffset="-176461.741">29373 4411 0,'0'0'16,"40"40"15,0 40-15,40-40-1,-40 1 1,-40-82 15,0 1-15,0 0-1,0 80 17,0 0-32,0 1 15,-80 79 1,40-40 0,-40-40 15,39-40-31,1 0 0,0 40 0,0 0 0</inkml:trace>
  <inkml:trace contextRef="#ctx0" brushRef="#br0" timeOffset="-176121.76">30055 4050 0,'-40'0'15,"80"0"-15,-40 0 16,40 40 15,0 0-31,0-40 0,121 121 31,-121-121-31,0 0 0,40 40 16,81 0 0,-81-40-1</inkml:trace>
  <inkml:trace contextRef="#ctx0" brushRef="#br0" timeOffset="-175881.771">30576 3930 0,'-80'0'15,"40"0"-15,0 80 16,0-80-16,0 120 31,40-80-31,-41-40 0,41 81 16,-40-41-16,40 80 15,0-80-15,0 0 0,0 0 16,-40 0 0</inkml:trace>
  <inkml:trace contextRef="#ctx0" brushRef="#br0" timeOffset="-175311.81">31218 3809 0,'0'0'16,"0"-40"-1,40 40-15,1-40 31,-1 40-31,0 0 0,0 0 0,0 0 16,0 0-16,0 0 16,0 40-16,-40 0 15,0 81 1,-120-1 0,80-80 15,40 0-31,40 0 31,0-40-31,81 40 16,-1 1-1,-80-1-15,0-40 16,-40 40-16,0 0 0,0 0 16,-120 0-1,-81 40 16,-120-40-15,80-40 0</inkml:trace>
  <inkml:trace contextRef="#ctx0" brushRef="#br0" timeOffset="-172021.98">13362 5374 0,'40'0'63,"-80"40"-32,80-80-31,-80 40 0,0 0 31,-40 0 47,160 0-62</inkml:trace>
  <inkml:trace contextRef="#ctx0" brushRef="#br0" timeOffset="-171482.03">12840 6015 0,'0'0'0,"-40"0"15,0 0 1,40-40 0,40 40 15,0 0 0,1 0-31,-1 0 16,0 0-1,0 0-15,0-40 0,0 40 0,0 0 0,41-40 16,-41 40-16,0 0 16,40 0-16,0-40 0,-40 0 0,41 40 0,-1 0 15,-40-40-15,40 40 0,-40-41 0,1 41 0,-1 0 16,0 0-16,-40-40 0,40 40 16</inkml:trace>
  <inkml:trace contextRef="#ctx0" brushRef="#br0" timeOffset="-171132.13">13482 5534 0,'0'0'16,"0"40"31,41-40-47,-1 0 15,0 40-15,0-40 0,0 0 0,0 0 0,0 40 16,0-40-16,1 40 16,-1-40-16,0 0 0,0 0 0,0 0 0,0 0 15,0 40-15,0-40 16,1 0-16,-1 0 31,-40 41-31,-40-1 16,-1 0-1,41 0-15,-80 0 0,40 0 0,0 0 16,0 0-16,0 0 0,0-40 16,-1 41-1,1-41-15</inkml:trace>
  <inkml:trace contextRef="#ctx0" brushRef="#br0" timeOffset="-170232.18">14325 2887 0,'0'0'0,"-40"0"47,80 0 46,0 40-77,0-40-16,0 0 16,1 0-16,-1 0 0,0 40 15,0-40-15,0 0 0,40 0 0,-39 0 0,-1 0 16,0 0-16,0 0 16,0 40-16,0-40 0,0 0 0,0 0 0,1 0 15,-41-40-15,40 40 16,0-40-16</inkml:trace>
  <inkml:trace contextRef="#ctx0" brushRef="#br0" timeOffset="-169762.2">14967 2727 0,'-40'0'31,"80"0"16,0 40-31,0-40 0,1 0-16,-41 40 0,40-40 15,0 40-15,0-40 0,0 40 0,0 0 16,0-40-16,0 0 15,1 0-15,-1 40 0,0-40 0,-40 40 0,40-40 16,-40 40 0,0 1-16,-40-1 0,40 0 0,-80 0 15,39 0-15,1 0 0,0 40 0,0-40 0,0 0 16,0 41-16,0-41 16,0-40-16,40 40 0,-41 0 0</inkml:trace>
</inkml:ink>
</file>

<file path=ppt/ink/ink2.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3T04:26:49.708"/>
    </inkml:context>
    <inkml:brush xml:id="br0">
      <inkml:brushProperty name="width" value="0.05292" units="cm"/>
      <inkml:brushProperty name="height" value="0.05292" units="cm"/>
      <inkml:brushProperty name="color" value="#FF0000"/>
    </inkml:brush>
  </inkml:definitions>
  <inkml:trace contextRef="#ctx0" brushRef="#br0">17535 521 0,'0'40'265,"0"0"-265,0 0 16,0 0-16,0 0 0,0 0 16,0 1-1,0-1-15,0 0 0,0 0 16,0 0-16,0 0 16,0 0-16,0 0 0,40 0 0,-40 0 15,0 1-15,0-1 16,0 0-16,0 0 0,0 0 0,0 0 0,0 0 15,0 0-15,0 0 0,0 1 0,0-1 16,0 0-16,0 0 0,0 0 16,0 0-16,0 0 0,0 40 0,0-40 15,40 1-15,-40-1 16,0 0-16,41 0 0,-41 0 0,0 0 16,40-40-16,-40 40 0,40 0 15,-40 0 16,40-40-31,0 0 0</inkml:trace>
  <inkml:trace contextRef="#ctx0" brushRef="#br0" timeOffset="869.92">16612 1483 0,'40'0'63,"1"0"-47,-1 40-16,0-40 15,0 0-15,0 0 16,0 0-1,0 0-15,0 0 0,1 0 0,-1 0 0,0 0 16,0 0-16,40 0 0,-40 0 0,0 0 0,41 0 16,-41 0-16,40-40 0,-40 40 15,0 0-15,41 0 0,-41 0 0,0 0 0,40-40 16,0 40-16,-40 0 16,41 0-16,-1 0 0,0-40 0,1 40 0,-1 0 15,0 0-15,0-40 0,1 40 16,-1 0-16,0 0 0,0-40 0,1 40 0,-1 0 15,-40 0-15,40-40 0,0 40 0,-39 0 0,39 0 16,0 0-16,-40-40 16,40 40-16,1 0 0,-1 0 0,0 0 0,-40-40 15,41 40-15,-1 0 0,40-41 16,-40 41-16,1 0 0,-1 0 0,0-40 0,0 40 16,1 0-16,-1-40 15,0 40-15,0 0 0,1 0 0,-1-40 0,0 40 16,0 0-16,-39 0 0,39 0 15,-40-40-15,40 40 0,-40 0 0,0 0 0,1 0 16,-1 0-16,0 0 0,0 0 0,0 0 31,0 0-31,0 0 16,-40-40 31,-40 40-32</inkml:trace>
  <inkml:trace contextRef="#ctx0" brushRef="#br0" timeOffset="3349.77">17575 1564 0,'0'40'47,"-40"-40"-47,40 40 16,-40-40-16,0 0 15,40 40-15,0 0 32,0 0-1,40-40 47,-40-40-78,0 0 16,0 0-1,40 0 1,-40 0-16,0-1 15,40 41-15,-40-40 0,0 0 16,40 40-16,-40-40 0,0 0 16,41 0-1,-41 0-15,40 0 16,-40 0-16,0-1 16,40 1-16,-40 0 15,0 0 1,40 40-16,-40-40 0,0 0 0,40 40 15,-40-40-15,40 40 0,-40-40 16,40 40 0,0-40-16,1 0 31,-1 40-31,-40-41 16,40 41-1,0 0-15,-40-40 0,40 40 16,0 0-1,0 0 1,1 0 0,-1 0-1,0 0 17,0 0-1,-40 40-31,40-40 15,-40 41 1,40-41 0,-40 40-16,40 0 31,0 0 0,-40 0 0,41-40-31,-41 40 0,0 0 16,40 0-16,-40 0 0,0 0 16,40 1-1,-40-1-15,0 0 16,0 0 0,40 0 15,-40 0-31,0 0 15,0 0 1,40-40-16,-40 40 16,0 1-16,40-41 15,-40 40-15,0 0 16,40-40 0,-40 40-16,0 0 15,0 0-15,40-40 16,-40 40-1,0 0-15,41-40 16,-41 40-16,0 0 31,40-40-31,-40 41 16,0-1 15,40-40-15,-40 40-16,40-40 0,-40 40 15,40-40-15,0 40 16,0-40 0,0 0 15,-40 40 0,41-40-31,-1 0 16,0 0-1,0 0 1,0-40-16,0 40 31,-40-40-31,40 40 0,0 0 32,1 0-17,-41-40 1,40 40-1,-40-40-15,40 0 32,-40-1-32,0 1 31,40 40-31,-40-40 0,0 0 31,40 40-31,-40-40 16,40 40 15,-40-40-31,0 0 16,40 40-1,-40-40-15,40 40 16,-40-40 0,0 0-16,41-1 31,-41 1-31,0 0 15,40 0-15,-40 0 16,0 0 0,0 0-16,0 0 15,40 40 1,-40-40-16,0-1 16,0 1-1,-40 40 110</inkml:trace>
  <inkml:trace contextRef="#ctx0" brushRef="#br0" timeOffset="4749.73">23073 1082 0,'40'0'125,"0"0"-109,0 0-16,0 0 15,0 0-15,0 0 0,1 0 0,39 0 16,-40 0-16,0 0 16,40 0-16,-40 0 0,41 0 0,-1 0 0,-40 0 15,40 0-15,1 0 0,-1 0 16,0 0-16,-40 0 0,40-40 0,1 40 0,-41 0 15,40 0-15,-40 0 0,0 0 0,0 0 0,1 0 16,-1 0-16,0 0 16,0 0-1,-40-40 48,0 0-48,0 0-15</inkml:trace>
  <inkml:trace contextRef="#ctx0" brushRef="#br0" timeOffset="5169.71">24437 761 0,'-40'0'0,"80"41"62,-40-1-62,40-40 16,0 40-1,0-40-15,0 0 0,1 40 0,-1-40 16,0 0-16,0 0 0,0 0 0,0 0 0,40 40 16,-39-40-16,-1 0 15,0 40-15,0-40 0,0 0 16,-40 40 0,-40-40-1,-40 0 1,40 40-16,-1 0 15,1 0-15,0 1 0,0-1 0,0 0 16,0 0-16,0 0 16,0 0-16,-1-40 0,41 40 0,-40 0 0,0-40 15,40 40-15,-40 1 0</inkml:trace>
  <inkml:trace contextRef="#ctx0" brushRef="#br0" timeOffset="6079.74">27487 1924 0,'-41'0'0,"82"0"0,-122 0 0,1 0 16,40 0-16,0 0 16,-40 0-1,-81 0 1,81 0 0,40 0 15,40 41-16,40-41 1,80 0 0,81 0 15,80 0-15,80 0-1,-80-41 16,40 1-15,40 40 0,80 0-1,-360 0-15,79 0 16,-80 0-16,1 0 0,119 0 16,-39 0-1,-121 0-15,241 0 16,-201 0-16,-40 0 0,40 0 15,-40-40-15,41 40 0,-41 0 0,201 0 32,-201 0-32,0-40 0,0 40 0,161 0 31,-121 0-15,-120 0 62,40-40-63,-40 0 1,-1 40 0,1-40-16</inkml:trace>
  <inkml:trace contextRef="#ctx0" brushRef="#br0" timeOffset="7189.59">28891 320 0,'-40'0'16,"40"40"62,0 0-47,0 1-31,0-1 32,40 0-32,-40 0 15,0 0-15,40 0 16,-40 0-16,0 0 16,0 0-1,0 1-15,0-1 0,0 0 16,0 0-1,0 0-15,0 0 0,0 0 16,0 0-16,40 0 0,-40 0 16,0 1-1,0-1-15,0 0 16,0 0 0,0 0-1,0 0 1,0 0-16,0 0 15,0 0-15,0 1 16,0-1 15,0 0-15,0 0 0,0 0-1,0 0 16,0 0-15,40-40 31</inkml:trace>
  <inkml:trace contextRef="#ctx0" brushRef="#br0" timeOffset="8339.52">29011 882 0,'0'-40'16,"0"0"-1,0 80 95,-40-40-48,0 0-46,40 40-16,-40-40 16,0 0-16,40 40 15,-40-40-15,40 40 16,-40-40-16,40 40 0,-41 0 0,1 0 15,0 0-15,0 0 0,40 1 0,-40-41 16,40 40-16,-40-40 0,40 40 16,-40-40-16,40 40 0,-40-40 0,40 40 0,-41-40 15,1 0-15,40 40 16,-40-40-16,40 40 0,-40-40 0,0 0 16,40 40-16,-40-40 15,40 40-15,-40-40 0,40 41 16,-40-41-16,40 40 15,-41-40-15,41 40 0,-40-40 16,40 40-16,-40-40 0,40 40 16,-40-40-1,40 40-15,-40-40 16,40 40 0,-40-40-16,40 40 31,-40 0 16,0 0-32,-1-40 1,41 41-16,0-82 78,41 41-15,-41-40-63,40 40 0,-40-40 0,40 40 15,-40-40-15</inkml:trace>
  <inkml:trace contextRef="#ctx0" brushRef="#br0" timeOffset="9479.53">29011 761 0,'-40'0'0,"40"-40"15,-40 40 1,80 0 46,-40 40-46,40-40 0,1 41-1,-1-41 1,0 40-16,0 0 16,0-40-16,0 0 15,0 40-15,0-40 16,1 0-16,-1 0 0,-40 40 0,40-40 15,0 0-15,0 40 0,0-40 0,0 40 0,0 0 16,1-40-16,-1 40 16,0-40-16,0 40 0,0-40 0,0 41 15,0-41 1,0 40-16,1-40 0,-1 40 0,0-40 16,-40 40-16,40-40 15,0 40-15,0 0 16,0 0-1,0-40 1,-40 40-16,41-40 0,-41 40 16,40-40-16,-40 41 15,40-41-15,0 40 32,0-40-17,-40 40 1,40-40-16,0 40 0,0-40 15,-40 40-15,41-40 0,-1 0 16,-40 40-16,40-40 16,-40 40 31,40-40-16,-40-40 203,-40 40-234,40-40 16</inkml:trace>
  <inkml:trace contextRef="#ctx0" brushRef="#br0" timeOffset="12369.41">30456 2285 0,'0'-40'0,"-40"40"16,40 40 62,0 1-62,0-1-16,0 0 15,0 0-15,0 0 16,0 0 0,40-40-16,-40 40 0,40 0 15,0-40 1,-40 40-16,40-40 16,0 0-1,-40-40 1,41 40-16,-41-40 15,40 0 1,-40 0-16,40 0 16,-40 0-1,0 0 1,0 80 31,0 0-32,40 0-15,0-40 16,-40 40 0,40-40-16,-40 40 15,40-40-15,0 0 16,1 0 15,-1-40-15,-40 0-16,40 40 15,-40-40-15,0 0 16,0 0-16,0 0 16,0-1-1,-40 41 17,40-40-32,-40 80 46</inkml:trace>
  <inkml:trace contextRef="#ctx0" brushRef="#br0" timeOffset="13149.28">31299 2446 0,'0'-40'32,"0"80"30,0 0-46,0 0-16,40-40 15,-40 40 1,0 0-16,0 0 31,0-80 16,0 0-31,40 40-1,0-40-15,40 0 16,-40 40-16,0-40 16,1 40-1,-41 40 16,0 0-31,0 0 16,0 0 0,0 0 15,0-80 16,40 40-47,-40-40 15,40 40-15,0 0 16,0 0 0,0 0 31,-40 40-32,0 0 1,40-40-16,-40 40 15,0 1 17</inkml:trace>
  <inkml:trace contextRef="#ctx0" brushRef="#br0" timeOffset="14529.28">26804 2606 0,'0'-40'16,"41"40"125,-1 0-110,0 0-31,0 0 0,0 0 0,0-40 16,0 40-16,0 0 0,1 0 15,-1 0-15,0 0 0,0-40 16</inkml:trace>
  <inkml:trace contextRef="#ctx0" brushRef="#br0" timeOffset="15329.19">27607 2285 0,'-40'0'16,"80"0"-16,-80 41 47,80-1-32,-40 0 1,0 0-16,0 0 16,0 0-1,0 0-15,0 0 16,40-40 0,0 40-1,0-40 1,0 0-16,1 0 15,-1 0-15,-40-40 0,40 40 16,-40-40-16,40 40 16,-40-40-16,40 40 0,-40-40 31,0 0-31,40 40 0,-40 40 78,0 0-62,0 0-1,0 0 1,40-40-16,-40 40 16,40-40-16,1 0 15,-1 0-15,0 0 16,0 0-16,0-40 15,0 0-15,0 0 32,-40 0-32,40 40 15,-40-40-15,0 0 16,0 0-16,0 0 31,-40 40-31,40-41 0,0 1 16,-40 40-16,40 40 62,-40-40-46,40 41 0</inkml:trace>
  <inkml:trace contextRef="#ctx0" brushRef="#br0" timeOffset="16169.09">28570 2526 0,'0'0'0,"40"0"62,-40-40-62,40 40 32,0 0-32,-40 40 15,40-40 1,-40 40-16,0 0 0,0 0 15,0 0-15,41-40 16,-41 41 0,0-82 46,0 1-46,0 0-1,40 40-15,0 0 16,-40-40-16,40 40 0,0 0 16,0 0-1,0 0 1,-40 40 0,0 0-16,41-40 15,-41 40 1,0 1-1,-41-41 1,41-41 31,41 41-47,-41-40 16,40 40-16,-40-40 15,40 40-15,0-40 16,0 40 31,-40 40-32,0 0 1,40 0 0,-40 1-16,0-1 15,40-40 1,-40 40-16,40-40 15,1 0-15,-1 0 16,0 0 0,-40-40-16,0 0 15</inkml:trace>
  <inkml:trace contextRef="#ctx0" brushRef="#br0" timeOffset="17469.02">28771 280 0,'-41'0'78,"1"0"-47,40 40 0,-40-40-31,0 40 32,0-40-32,40 40 0,-40-40 15,0 41 1,0-1-16,-1-40 0,1 40 15,0-40-15,80 0 79,-40-40-79,40 0 15,1 40-15,-41-41 0,40 41 16,-40-40-16,40 40 0,0-40 15,0 40 1,-40-40-16,40 40 0,0 0 31,0 0-31,1 0 16,-1 0 46,0 0-46,0 0 0,-40 40-16,40-40 0,0 0 0,-40 40 15,40-40-15,1 0 16,-1 0-16,0 0 0,0 40 0,0-40 0,0 0 16,0 0-16,0 0 15</inkml:trace>
  <inkml:trace contextRef="#ctx0" brushRef="#br0" timeOffset="19448.94">31178 1884 0,'-40'0'171,"0"0"-155,0 0 0,40-40-1,-40 40-15,40-40 32,-40 40-32,80 0 125,0 0-110,0 0-15,0 0 0,0 0 16,0 0-16,41 0 0,-41 0 0,40 0 0,0 0 15,-40 0-15,41 0 0,-41 0 16,40 0-16,-40 0 0,40 0 0,-40 0 0,1 0 16,-1 0-16,0 0 15,0 0-15,0 0 0,0 0 0,0 0 0,0 0 16,1 0-16,-1 0 16,0 0-16,0 0 0,0 0 15,0-40 1,0 40-16,0 0 15,-80 0 48,0-40-47</inkml:trace>
  <inkml:trace contextRef="#ctx0" brushRef="#br0" timeOffset="19838.88">32141 1564 0,'-40'0'16,"80"0"-16,0 0 47,0 0-47,1 0 15,-1 40-15,0-40 16,-40 40-16,40-40 0,0 0 0,0 40 0,0-40 16,0 40-1,1-40-15,-1 40 16,-40 0 15,0 0-15,-40-40-1,-1 40-15,1-40 0,0 0 16,0 0-16,0 0 0,-40 40 16,40-40-16,-41 0 0,41 0 0,0 0 0,0 0 15</inkml:trace>
  <inkml:trace contextRef="#ctx0" brushRef="#br0" timeOffset="20818.86">27085 1724 0,'0'0'0,"-40"0"15,40-40 1,-40 40-16,0 40 78,0-40-62,0 0-16,40 40 0,-40-40 15,-1 0-15,1 0 0,0 40 16,0-40-16,0 40 0,0-40 0,0 40 15,0 0-15,-1-40 0,41 41 0,-40-41 16,0 0-16,40 40 16,40-40 46,0-40-62,1 40 16,-1 0-1,0 40-15,0 0 16,0-40-16,-40 40 0,40-40 0,0 40 16,0-40-16,1 0 15,-1 40-15,0-40 0,0 0 0,0 0 0,0 40 16,0-40 0</inkml:trace>
  <inkml:trace contextRef="#ctx0" brushRef="#br0" timeOffset="22488.79">17455 360 0,'0'-40'46,"40"40"-30,0 0 31,-80 0 78,40 40-125,-40-40 16,40 40-16,-40-40 15,0 41-15,40-1 0,-40-40 0,-1 40 16,1 0-1,0 0-15,0-40 0,40 40 0,-40-40 0,40 40 16,-40-40 0,40-40 46,0 0-62,80 40 16,-80-40-16,40 40 0,-40-40 15,40 0 1,0 40-16,1-40 16,-1 40-1,-40-41-15,40 41 0,0-40 16,0 40 15,0 0 47,0 40-62,0-40-16,1 0 0,-1 0 0,0 0 16,0 0-16,0 41 15,0-41-15,0 0 0,0 0 0,1 0 0,-1 0 16,0 0-16</inkml:trace>
  <inkml:trace contextRef="#ctx0" brushRef="#br0" timeOffset="23898.629">13803 1002 0,'41'0'32,"-41"-40"-17,0 0 17,40 40-17,-40-40-15,40 40 0,0-40 16,0 40-1,0 0-15,0 0 0,0 0 16,-40 40-16,0 0 16,41-40-16,-41 40 0,0 0 0,0 0 15,0 40 1,0-40-16,-41 1 0,41-1 0,-40 0 0,40 0 16,-80 0-16,80 0 15,-40-40-15,40 40 0,-40 0 0,0 0 0,0 1 16,40-82 15,40 41-31,-40-40 0,40 40 16,-40-40-16,40 0 15,0 0-15,-40 0 0,40 0 0,0 40 0,-40-40 16,40 0-16,1-1 0,-1 1 16,-40 0-16,40 0 0,0 0 15,-40 0-15,40 0 0,-40 0 16,40 0-1,-40 0-15,40 40 16,-40-41 0,-40 41 62,0 41-47,0-41-31,40 40 0,-40 0 16,0 0-1,40 0-15,-40-40 0,40 40 16,0 0-16,0 0 16,-41-40-16,41 40 0,0 0 0,0 1 15,81-1-15,-1-40 31,-40 0-31,0 0 0,0 0 16,0 0 0,1 0-16</inkml:trace>
  <inkml:trace contextRef="#ctx0" brushRef="#br0" timeOffset="24338.69">14807 601 0,'-40'0'32,"40"40"15,-41 0-32,41 0-15,0 0 16,-80-40-16,80 41 0,0-1 0,0 0 15,-40-40-15,40 40 0,-40 0 16,40 0-16,0 0 0,0 0 0,0 0 16,0 0-16,80 1 15,-80-1-15,40 0 0,-40 0 16,40 0-16,1 0 16,-1-40-16,0 0 15</inkml:trace>
  <inkml:trace contextRef="#ctx0" brushRef="#br0" timeOffset="24718.66">15208 641 0,'0'0'15,"0"-40"1,0 80 15,0 0-15,0 81 0,0-81-16,0 80 15,0-80-15,0 0 16,0 40-1,0-40 1,40-40-16,0 81 16,0-81-16,41 0 31,-1-81-15,-40 41-16</inkml:trace>
  <inkml:trace contextRef="#ctx0" brushRef="#br0" timeOffset="24948.58">14927 962 0,'-80'0'16,"160"0"-1,-40 0 1,-40-40-16,80 40 0,-39 0 16,-1-40-16,0 40 0,0 0 0,40 0 0,-40-40 15,0 40-15,1-40 16,-1 40-16,0 0 0,-40-41 0,40 41 0,0 0 16</inkml:trace>
  <inkml:trace contextRef="#ctx0" brushRef="#br0" timeOffset="25188.62">15449 601 0,'0'0'16,"0"40"-16,40-40 15,0 0 1,-40 40-16,120 40 15,-80-39-15,1-1 0,-1 80 32,-40-80-32,40 201 15,-120-201-15,80 0 0,-161 120 16,121-120-16</inkml:trace>
  <inkml:trace contextRef="#ctx0" brushRef="#br0" timeOffset="26668.47">29774 240 0,'0'40'109,"0"0"-62,40-40-47,0 40 16,40-40-16,-80 40 0,40-40 15,1 41-15,-1-41 0,0 0 0,0 40 0,0-40 16,0 0-16,0 40 15,0-40-15,1 0 0,-1 40 0,0-40 16,0 0 0</inkml:trace>
  <inkml:trace contextRef="#ctx0" brushRef="#br0" timeOffset="27058.53">30255 360 0,'0'-40'15,"0"0"1,0 80 62,-40-40-62,40 40-16,-40-40 0,0 40 15,0-40-15,0 41 0,0-1 16,-1-40-16,1 0 0,0 40 0,0 0 16,0 0-1,40 0-15,-40-40 0,40 40 16</inkml:trace>
  <inkml:trace contextRef="#ctx0" brushRef="#br0" timeOffset="27608.5">30897 240 0,'0'40'47,"-40"-40"-47,40 40 31,-40-40-15,40 40-16,-40 0 16,40 1-1,0-1-15,0 0 0,0 0 16,0 0-16,0 0 16,0 0-16,80-40 15,-80 40-15,40-40 0,0 0 16</inkml:trace>
  <inkml:trace contextRef="#ctx0" brushRef="#br0" timeOffset="28108.38">31258 561 0,'0'-40'16,"0"80"-16,41-80 0,-1 0 0,0 0 31,-40-1 1,0 1-17,0 80 63,0 1-62,0-1-16,0 0 16,-40-40-1,40 40-15,0 0 0,0 0 16,0 0-16,0 0 0,0 0 15,-40 1 1,40-1-16,-41-40 0,41 40 16,-40-40-1,0 0-15,40 40 0,-40-40 16,0 0-16,0 0 16,0 0-1,0-40-15</inkml:trace>
  <inkml:trace contextRef="#ctx0" brushRef="#br0" timeOffset="28358.44">31379 160 0,'-40'0'31,"0"0"-15</inkml:trace>
  <inkml:trace contextRef="#ctx0" brushRef="#br0" timeOffset="28958.41">31660 360 0,'-40'0'16,"40"40"15,0 1-31,0-1 32,0 0-32,40 0 15,0-40 16,0 0-31,0 0 16,-40-40 0,40 40-16,-40-40 15,0 0 17,40 40 30,-40 40-46,0 0-1,40-40-15,1 40 0,-41 0 16,40-40 0,0 0-1,0 0-15,-40-40 16,40 40-16,-40-40 15,40 40-15,-40-40 0,40 40 16,-40-40-16,0-1 16,0 1-16,-40 0 0,40 0 15,-40 40 1,40-40-16</inkml:trace>
  <inkml:trace contextRef="#ctx0" brushRef="#br0" timeOffset="29198.309">32502 280 0,'40'0'15,"1"0"1,-41 40-16,40 0 15,0-40-15,-40 40 0,0 1 16,0-1-16,0 0 0,0 0 16,-40 0-16,40 40 0,-81-40 0,41 41 0,0-41 15,-40 40-15,40 0 16,-40-40-16,39 40 0,-39-40 0,0 41 0,-40-41 0</inkml:trace>
  <inkml:trace contextRef="#ctx0" brushRef="#br0" timeOffset="118093.18">24878 12432 0,'0'0'0,"0"-40"16,-40 40-16,40 40 94,0 0-79,0 0 32,40-40-31,0 0-16,1 0 15,-1 0 1,0 0-16,0-40 0,0 0 16,0 0-16,0 40 15,-40-40-15,40 0 0,-40 0 16,41 0-16,-41-1 15,0 1 1,0 0 0,0 80 77,40-40-77,0 0 15,-40 40-15,40-40 0,-40 41-1,0-1 1,0 0-16,0 0 15,0 0 1,0 0-16,0 0 31,40-40 1,0 0-32,0 0 15,1 0 1,-1 0-1,0-40-15,0 40 16,0-40 0,0 0-1</inkml:trace>
  <inkml:trace contextRef="#ctx0" brushRef="#br0" timeOffset="118313.11">26162 12312 0,'0'0'0,"0"40"46,0 40-46,0-40 32,0 0-32,0 0 0,0 0 15,0 1 1</inkml:trace>
  <inkml:trace contextRef="#ctx0" brushRef="#br0" timeOffset="119243.08">19702 12673 0,'-40'0'16,"40"40"0,-40-40-1,80 0 32,0 0-31,0 0-16,0 0 15,0 0-15,1 0 0,-1 0 0,0-40 16,0 40-16,0 0 16,0 0-16,0-40 0,0 40 0,1 0 0,-1-41 15,0 41-15,0 0 0,0 0 0,0 0 16,0 0-16</inkml:trace>
  <inkml:trace contextRef="#ctx0" brushRef="#br0" timeOffset="119873.12">20866 12472 0,'-40'0'15,"40"40"1,-41 0-16,41 0 16,0 1-1,41-1-15,-1-40 16,0 0-1,0 0-15,0 0 0,0 0 16,0-40-16,0-1 16,1 1-16,-1 0 0,-40 0 15,40 0 1,-40 0-16,0 0 0,0 0 16,0 0-16,0 0 15,0-1 1,40 41 15,0 0-31,0 0 0,0 0 31,0 0-31,-40 41 0,41-41 16,-41 40 0,0 0-16,0 0 15,0 0-15,0 0 16,0 0-16,0 0 15,0 0-15,80 0 16,-80 1 0,40-1-16,0-40 15,0 0 1,0 0-16,0 0 16,-40-40-16,41 40 0,-1-41 0,0 1 15,-40 0 1,40 40-16,-40-40 0</inkml:trace>
  <inkml:trace contextRef="#ctx0" brushRef="#br0" timeOffset="120073.03">22110 12432 0,'0'-40'15,"0"80"16,-40 0-31,40 0 16,-41 0-16,41 0 16,0 1-16,0-1 0,0 0 15,41-40 1,-41 40-16,0 0 0,40-40 0,-40 40 16</inkml:trace>
  <inkml:trace contextRef="#ctx0" brushRef="#br0" timeOffset="124112.79">23996 10026 0,'-41'0'16,"1"0"77,40 40-77,40-80 78,1 40-94,-1 0 15,0 0 1,0 40-16,0-40 16,-40 40-16,40-40 0,0 0 31,0 0-31,1-40 15,-41 0 1,40 40-16,-40-40 0,0 0 31,40-1-31,-40 1 0,0 0 16,40 40-16,-40-40 16,40 0-16,-40 0 0,40 40 15,-40-40-15,40 40 0,-40-40 16,40 40-1,-40-40-15,41 40 16,-41-41-16,40 1 16,0 40 15,-40 40-15,0 1-1,40-1 1,-40 0-16,0 0 0,0 0 15,0 0 1,0 0-16,0 0 16,40-40 31,0 0-16,-40-40 94,40 40 31,0 0-140,1 0-16,-41-40 31,40 40-31,-40-40 16,40 40-16,-40-40 31</inkml:trace>
  <inkml:trace contextRef="#ctx0" brushRef="#br0" timeOffset="124512.77">25159 9665 0,'0'0'0,"40"-40"16,0 0-1,81-1 1,-81 41 0,-40 81-1,-40 39 1,40-80-16,-40 0 16,0 0-16,40 0 15,40-40 1,0-40 15,161-40-15,-121 80-1,-40-40-15,40 40 16,-40-40-16,0 40 16,-80 40-1,0-40 1,0 40-1,0-40-15,0 0 16,0 0-16,0 0 0</inkml:trace>
  <inkml:trace contextRef="#ctx0" brushRef="#br0" timeOffset="125712.69">23354 13354 0,'0'-40'31,"-41"40"-31,1 0 63,0 0-48,40 40-15,-40-40 0,80 0 94,0 0-94,41 0 16,-41-40-16,0 40 0,0 0 0,0-40 15,0 40-15,0 0 16,0 0-16,1 0 0,-1 0 31,-40 40 0,-40-40-15,-1 0 0,41-40-1</inkml:trace>
  <inkml:trace contextRef="#ctx0" brushRef="#br0" timeOffset="126602.72">23193 10347 0,'0'40'0,"-40"-40"0,0 0 32,40 40-17,0 0 1,40-40 31,0 0-47,0 0 15,0 0 1,0 0-16,1 0 0,-1 0 16,0 0-16,0 0 0,0 0 0,0 0 0,0 0 15,0 0-15,1 0 16</inkml:trace>
  <inkml:trace contextRef="#ctx0" brushRef="#br0" timeOffset="127432.61">23835 13836 0,'-40'0'0,"40"-40"47,80 40-16,-80-40-16,80 40 1,-39 0-16,-1 0 0,0 0 16,0 0-16,-40-41 0,40 41 15,0 0-15,0 0 0,0 0 0,-40-40 16</inkml:trace>
  <inkml:trace contextRef="#ctx0" brushRef="#br0" timeOffset="128072.62">24597 13635 0,'0'-40'0,"-40"40"0,80 0 62,-40 40-62,41 0 0,-1 0 16,-40 1-16,40-41 15,-40 40-15,40-40 0,-40 40 0,40-40 16,0 0 0,0 0-1,-40-40-15,40 40 16,-40-40-16,41-1 15,-41 1-15,0 0 0,40 0 0,-40 0 16,40 0-16,-40 0 0,40 0 16,-40 0-16,40-1 0,-40 1 0,0 0 15,0 0-15,40 40 16,-40-40-16,0 0 0,40 40 16,0 0 15,-40 40-16,0 0 1,0 0-16,0 0 16,0 0-1,0 1-15,0-1 0,0 0 0,41 0 16,-41 0 0,0 0-16,0 0 0,0 0 15,40-40-15,-40 40 0,40-40 0,0 41 31,0-41-31,0 0 0,0 0 16,1 0 0,-1 0-16,0 0 15,-40-41-15,40 41 16,-40-40 0</inkml:trace>
  <inkml:trace contextRef="#ctx0" brushRef="#br0" timeOffset="128542.52">26203 13555 0,'0'-40'16,"40"0"-1,-40 80 16,40-40-31,-40 40 0,0 0 0,0 0 16,0 0-16,-40 0 16,40 1-16,-40-1 15,40 0 1,0-80 31,40 40-47,0 0 0,-40-40 0,80 40 15,-40 0-15,-40-41 16,40 41-16,0 0 0,1-40 0,-1 40 31,-40-40-15,-40 40 78,-1 0-94</inkml:trace>
  <inkml:trace contextRef="#ctx0" brushRef="#br0" timeOffset="-158042.5">11918 3208 0,'0'-40'16,"0"0"-16,0 0 15,0-1 1,40 41-16,-40 41 78,0-1-62,0 0-16,0 0 0,0 40 0,0-40 0,0 0 15,0 40-15,0-39 16,0-1-16,-81 40 0,81-40 0,0 40 0,0-40 16,0 41-16,0-1 0,0 0 15,0-40-15,0 40 0,-40 0 0,40 1 0,0-41 16,0 40-16,0 0 0,0 0 0,-40 1 0,40-1 15,0 0-15,0 0 16,-40 41-16,40-41 0,-40 40 0,40-40 0,-40 41 16,0-41-16,40 40 0,-40-40 15,-1 1-15,1 39 0,0-40 0,0 0 0,0 1 16,40-1-16,-40-40 16,0 0-16,0 40 0</inkml:trace>
  <inkml:trace contextRef="#ctx0" brushRef="#br0" timeOffset="-157312.53">10192 4972 0,'-40'0'0,"80"0"0,-120 0 16,120 0 15,0 0 1,0 0-17,0 0-15,0 41 16,1-41-16,-1 0 0,0 0 0,0 0 0,0 0 15,0 0-15,40 0 16,-39-41-16,39 41 0,-40 0 0,40-40 0,-40 40 16,41 0-16,-1 0 0,0-40 15,-40 40-15,41 0 0,-1-40 0,0 40 0,0 0 16,1 0-16,-1 0 16,40-40-16,1 40 0,-41 0 0,40 0 0,1 0 15,-81-80-15,160 120 0,-79-40 16,-1-40-16,41 40 0,-41 0 0,40-40 0,-39 40 15,-201-80-15,441 160 0,-241-80 0,0 0 0,1 0 16,-1 0-16,1 0 16,-1 0-16,-40 0 0,41 0 0,-41 0 0,40 0 15,-39 0-15,-1 0 0,0 0 16,40 0-16,-39-40 0,-1 40 0,0 0 0,0-40 16,-39 40-16,-1-41 15,0 41-15,0 0 0,0-40 0,0 40 0,0 0 16,0 0-16,-40-40 0,41 40 0,-1 0 0,0 0 15,0 0-15,0 0 16,0-40-16,0 40 0,0 0 31,1 0-31,-41-40 16</inkml:trace>
  <inkml:trace contextRef="#ctx0" brushRef="#br0" timeOffset="-156302.611">11797 4932 0,'40'0'0,"-80"0"172,0-40-172,40 0 15,0 0 1,0 0 0,0 80 15,0 0-16,0 0 1,-40-40-16,40 40 0,-40-40 0,40 40 16,0-80 15</inkml:trace>
  <inkml:trace contextRef="#ctx0" brushRef="#br0" timeOffset="-155982.63">12680 4170 0,'40'0'94</inkml:trace>
  <inkml:trace contextRef="#ctx0" brushRef="#br0" timeOffset="-154452.69">13643 3649 0,'40'0'16,"-40"40"46,0 0-46,0 0 0,0 0-1,0 1 1,0-1-1,0 0-15,0 0 16,0 0 0,0 0-16,0 0 0,-40 0 0,40 0 15,0 0-15,0 1 16,0-1-16,-40 0 0,40 0 16,0 0-1,0 0-15,0 0 31,-40-40-15,40 40-16,0 0 0,0 1 16,0-1-1,0 0-15,-40 0 0,40 0 0,0 0 16,0 0-16,0 0 16,0 0-16,0 0 0,-41-80 31,82 80-31,-122-120 0,121 120 0,-40-80 15,0 0-15,0 0 0,0 0 16,0 0-16,41 0 0,-41 0 16,0 0-16,0-1 0,40 41 0,-40-40 0,0 0 15</inkml:trace>
  <inkml:trace contextRef="#ctx0" brushRef="#br0" timeOffset="-153672.72">12800 4251 0,'40'0'16,"-40"-41"0,41 41-1,-41 41 32,-41-41-16,41 40-15,0 0 0,0 0-1,0 0 1,0 0-16,0 0 0,0 0 15,0 0-15,-40-40 0,40 41 0,0-1 16,0 0-16,0 0 16,-40-40-16,40 40 0,0 0 15,-40 0-15</inkml:trace>
  <inkml:trace contextRef="#ctx0" brushRef="#br0" timeOffset="-152802.82">14245 4411 0,'0'40'16,"0"-80"62,0 80-31,0 0-31,40-40-1,-40 40-15,0 41 94,0-41-94,0 0 0,0 0 16,0 0-16,0 0 0,0 0 15,0 0-15,0 0 0,0 0 16,-40-40-16</inkml:trace>
  <inkml:trace contextRef="#ctx0" brushRef="#br0" timeOffset="-151982.87">14927 4772 0,'0'-40'78,"0"0"-47,0 80 63,0 0-78,0 0-1,0 0 1,0 0-16,0 0 16,0 0-16,0 1 15,0-1-15,0 0 0,0 0 0,0 0 16,0 0-16,0 0 0,0 0 0,-40 0 15,40 1 1,0-82 15,0 1-31,0 0 16,0 80 31</inkml:trace>
  <inkml:trace contextRef="#ctx0" brushRef="#br0" timeOffset="-151132.91">15609 4652 0,'-40'-40'16,"80"80"-16,-80-40 47,80 0-47,-40 40 93,0 0-77,0-80-16,0 120 0,-40-80 16,80 40-16,-40 0 15,0 0-15,0 0 0,0 0 16,0 1-16,0-1 0,0 0 0,0 0 15,0 0 1,0 0-16,-40 0 0,80 0 0,-40 0 16,0 1-1,0-1-15,0 0 0,0 0 16,-40 0-16,40 0 16,0-40-16,0 80 0,0-40 15,0 0-15,0 1 16,0-1-16,-40 0 0,40 0 15,0 0 17,0 0-17,0 0 1,-40-40 15,40-40-31,-40 0 16,40 0-16,0 0 0</inkml:trace>
  <inkml:trace contextRef="#ctx0" brushRef="#br0" timeOffset="-150402.96">16131 4451 0,'0'40'31,"-40"-40"-31,80 0 0,0 0 16,-80-40 31,80 80-47,-40 0 47,0 0-32,0 1 16,0-1-15,0 0 0,0 0-16,0 0 0,0 0 0,0 0 15,0 0 1,0 0-16,0 0 0,0 1 0,-40-1 0,40 0 16,0 0-16,-40-40 0,80 40 15,-40 0-15,-40-40 0</inkml:trace>
  <inkml:trace contextRef="#ctx0" brushRef="#br0" timeOffset="-148703.05">19983 4371 0,'-40'0'0,"80"0"78,0 0-31,-40 0-31,40 0-1,0 0-15,0 0 0,1 0 16,-1 0-1,0 0-15,0 0 0,0 0 0,0 0 0,0 0 16,0 0-16,1-40 16,39 80-16,0-40 0,-40 0 0,40 0 0,-39 0 15,39 0-15,0 0 0,-40 0 16,40 0-16,1 0 0,-1 0 0,-80 0 0,120 0 16,-39 0-16,-1 0 15,0 0-15,0 0 0,1 0 0,-1 0 0,0-40 16,0 80-16,1-40 0,-1 0 0,0 0 0,-40 0 15,41 0-15,-41 0 0,40 0 16,-120-40-16,160 80 0,-80-40 0,41 0 0,-41 0 0,40 0 16,0 0-16,-40 0 15,41 0-15,-1 0 0,0 0 0,-40 0 0,40 0 16,1 0-16,-41-40 0,80 80 16,-40-40-16,1 0 0,-41 0 0,120 40 0,-79-80 15,-1 80-15,0-40 0,0 0 0,1-40 0,-1 80 16,-40-40-16,0 0 15,0 0-15,40 0 0,-120-80 0,161 160 0,-81-80 16,0 0 0,-80-40-16,120 80 0,-160-80 0,200 80 0,-80-40 15,-80 0 1,120 0-16,-80-40 0,121 80 0,-81-40 0,40 0 16,0 0-16,1 0 0,-1 0 15,-40 0-15,0-40 0,81 80 0,-41-40 0,0 0 16,0 0-16,1 0 0,-41 0 0,40 0 0,0 0 15,-40 0-15,41 0 16,-41 0-16,-80-40 0,160 80 0,-80-40 0,0 0 16,0 0-16,1 0 0,-1 0 15,40 0-15,-40 0 0,40 40 0,1-40 0,-1 0 16,0 0-16,0 0 16,-40 0-16,41 40 0,-1-80 0,-40 80 0,-80-40 15,160 0-15,-80 40 0,1-40 0,-1 0 0,0 0 16,0 0-16,-40-80 15,40 200-15,0-120 0,-80 0 32,80 0-32,-120 0 0,160 0 0,-40 0 15</inkml:trace>
  <inkml:trace contextRef="#ctx0" brushRef="#br0" timeOffset="-147823.111">23835 2406 0,'0'40'31,"0"0"-15,0 0 15,0 0-31,0 0 16,0 0-16,0 0 15,0 1-15,0-1 0,0 0 0,0 0 16,-40 0-16,40 0 0,-40 0 16,40 0-16,0 41 0,0-41 0,0 0 0,-40 0 15,40 0-15,0 0 0,-40 0 0,40 0 0,0 0 16,-41 0-16,41 1 15,0-1-15,0 0 0,-40 0 0,40 0 0,0 0 16,0 0-16,0 0 0,0 0 16,0 1-16,0-1 0,0 0 0,0 0 15,0 0-15,0 0 16,0 0-16,0 0 16,0 0-1,0 0-15,-40 1 16,40-1-16,0 0 0,-40 0 15,0 0 1,40 0-16,-40-40 0,40 40 16,0 0-1</inkml:trace>
  <inkml:trace contextRef="#ctx0" brushRef="#br0" timeOffset="-146973.16">23795 3047 0,'0'41'0,"-40"-41"62,40 40-46,-40 0 15,0-40-31,40 40 0,-41 0 16,1 0 0,0 0-16,0 0 0,0-40 0,0 40 15,40 0-15,-40 1 0,0-41 0,-1 40 0,1 0 16,0 0-16,40 0 0,-40-40 15,0 40-15,0 0 0,0 0 0,0-40 0,-1 40 16,1 1-16,0-1 16,0-40-16,0 40 0,0 0 0,40 0 0,-40-40 15,0 40-15,40 0 0,-41 0 16,1 0-16,40 0 0,-40-40 0,0 41 0,40-1 16,-40 0-1,40 0-15,-40-40 16,0 0 62,40-40-16,0 0-46,0 0 0</inkml:trace>
  <inkml:trace contextRef="#ctx0" brushRef="#br0" timeOffset="-146153.13">23795 3128 0,'0'-40'31,"40"40"-15,-40 40 47,0 0-48,0 0 1,0 0-16,0 0 15,0 0-15,40 0 0,-40 0 16,0 0-16,0 1 0,40-1 16,-40 0-16,0 0 0,0 0 15,0 0-15,0 0 16,40 0-16,-40 0 0,0 1 16,41-41-16,-41 40 0,0 0 15,40-40-15,-40 40 0,40-40 0,-40 40 0,40-40 16,-40 40-16,40-40 0,-40 40 0,40-40 0,0 40 15,0 0 1,1-40-16,-41 40 0,40 1 16,-40-1-1,0 0-15,40-40 16,-40 40-16,0 0 16,40-40-1,-40 40-15,40-40 94,-40-40-63</inkml:trace>
  <inkml:trace contextRef="#ctx0" brushRef="#br0" timeOffset="-145343.26">26363 3248 0,'0'40'62,"0"0"-30,-40 0-32,0-40 0,40 40 15,-40-40-15,40 40 0,-40 1 0,-1-1 16,1-40-16,40 40 15,-40 0-15,0 0 0,0 0 0,0-40 0,40 40 16,-40 0-16,0 0 0,-1 1 16,-39-1-16,40-40 0,0 40 0,40 0 0,-40 0 15,0 0-15,0 0 16,-1 0-16,1 0 0,40 0 0,-40 1 16,40-1-16,-40-40 15,40 40-15,-40 0 0,40 0 16,-40 0-16,0-40 31,40-40-15</inkml:trace>
  <inkml:trace contextRef="#ctx0" brushRef="#br0" timeOffset="-144793.29">26403 3288 0,'40'0'31,"0"0"-16,1 0-15,-1 0 16,0 0 0,0 0-16,-40 40 15,40-40 1,-40 40-16,0 0 0,0 0 0,40-40 0,-40 41 16,0-1-16,0 0 15,40 0-15,-40 0 0,0 0 0,40 0 16,-40 0-16,41-40 0,-41 40 15,40-40-15,0 41 16,-40-1-16,40-40 0,0 40 0,0-40 0,0 40 16,0 0-16,1-40 0,-41 40 15,40 0-15,0-40 0,-40 40 0,40 0 0,0 0 16,-40 1 0,40-1-16</inkml:trace>
  <inkml:trace contextRef="#ctx0" brushRef="#br0" timeOffset="-143323.39">20585 2927 0,'0'40'78,"-40"-40"-78,40 40 0,0 0 16,0 1-16,-40-41 15,40 40-15,-81 0 0,81 0 0,-40-40 0,40 40 16,-40 0-16,0 0 0,0 0 16,0 0-16,0 0 0,-1 1 0,1-1 0,-40 0 15,40 0-15,-40 0 16,40 40-16,-41-40 0,41 0 0,-40 1 0,40-1 16,0 0-16,-41 0 0,41-40 15,0 40-15,0 0 0,0 0 0,0-40 16,40 40-16,-40-40 0,40 40 15,-40 0 1,40 1-16,-41-41 16,1 0-1</inkml:trace>
  <inkml:trace contextRef="#ctx0" brushRef="#br0" timeOffset="-142783.42">20505 3007 0,'0'0'15,"0"40"32,40 1-31,-40-1-1,0 0 1,0 0-16,40 0 0,-40 0 0,40 0 0,-40 0 16,40 0-16,0 41 15,-40-41-15,40 0 0,-40 0 0,40 0 16,-40 0-16,41 0 0,-1 0 0,-40 0 0,40-40 15,0 41-15,-40-1 16,40 0-16,0-40 0,-40 40 0,40-40 0,-40 40 16,0 0-16,40 0 15,-40 0-15,0 0 16,41 0 0,-1 1-16</inkml:trace>
  <inkml:trace contextRef="#ctx0" brushRef="#br0" timeOffset="-142133.43">20585 3128 0,'0'-40'78,"0"-1"-78</inkml:trace>
  <inkml:trace contextRef="#ctx0" brushRef="#br0" timeOffset="-141983.47">20585 3168 0,'0'0'0,"0"40"0,-40 0 15,40 0-15,0 0 16,0 0-16,-40 0 15,40 0-15,0 1 0,-41-1 0,41 0 0,0 0 16,-40 0-16</inkml:trace>
  <inkml:trace contextRef="#ctx0" brushRef="#br0" timeOffset="-141853.45">20264 4010 0,'-40'0'15,"80"0"-15,-80 40 0,0-40 16</inkml:trace>
  <inkml:trace contextRef="#ctx0" brushRef="#br0" timeOffset="-141653.45">20264 4291 0,'0'0'16,"0"80"0,-40 0 15,40 0-15,0-40-1</inkml:trace>
  <inkml:trace contextRef="#ctx0" brushRef="#br0" timeOffset="-140423.55">26483 3288 0,'41'0'16,"-41"-40"-16,40 40 16,-80 0 46,40 40-62,0 0 16,-41-40-16,41 40 0,0 0 15,-40 0 1,40 1-16,-40-1 0,40 0 0</inkml:trace>
  <inkml:trace contextRef="#ctx0" brushRef="#br0" timeOffset="-140283.48">26443 4010 0,'0'40'16,"0"0"0,0 0-1,-40-40-15</inkml:trace>
  <inkml:trace contextRef="#ctx0" brushRef="#br0" timeOffset="-140133.5">26203 4371 0,'0'40'0,"0"0"16,0 0-16,0 0 0</inkml:trace>
  <inkml:trace contextRef="#ctx0" brushRef="#br0" timeOffset="-139983.51">26203 4732 0</inkml:trace>
  <inkml:trace contextRef="#ctx0" brushRef="#br0" timeOffset="-138083.6">22110 4652 0,'-40'0'500,"-1"0"-485,1 40 1,0-40 15,0 0-15,0 0 0,80 0 62,0 0-63,0 0-15,0 0 16,1 0-16,-41 40 0,40-40 0,0 0 16,0 0-16,0 0 0,0 0 15,0 0 1,0 0-1,-40-40 1,41 40 15,-41-40-31</inkml:trace>
  <inkml:trace contextRef="#ctx0" brushRef="#br0" timeOffset="-137433.64">22471 4612 0,'0'40'78,"0"0"-47,0 0-31,0 0 16,0 0-1,40-40 1,0 0 15,0 0-15,0 0-1,-40-40-15,40 0 0,-40 0 16,41 40 0,-41-40-16,0 80 62,0 0-46,0 0-1,0 0 1,40-40 31,0 0-31,-40-40-16,40 40 0,0 0 15,-40-40-15,40 40 0,-40-40 0,40 0 0,-40 0 16,40-1-1,-40 1-15,0 0 32</inkml:trace>
  <inkml:trace contextRef="#ctx0" brushRef="#br0" timeOffset="-136813.771">23073 4652 0,'0'40'31,"0"0"-15,0 0-16,0 0 15,0 0 1,-40-40 0,40 40-16,0 0 15,0-80 32,0 0-31,0 0-1,40 40 1,-40-40-16,40 40 0,0 0 16,0 0-1,-40 40 17,0 0-32,0 0 15,40-40 79,0 0-78,0 0-16,-40 40 15,41-40 1,-41 40-16,0 1 47,0-1-32,0 0-15,-41-40 16</inkml:trace>
  <inkml:trace contextRef="#ctx0" brushRef="#br0" timeOffset="-136043.81">23875 4772 0,'0'40'78,"0"0"-63,-40-40 1,40 40-16,0 0 0,0 0 16,0 1-16,0-1 15,40 0 16,0-40-15,0 0-16,-40-40 0,41 40 0,-41-40 16,40-1-16,-40 1 15,40 40-15,-40-40 0,0 0 0,40 40 16,-40-40 0,0 80 30,0 0-30,0 0 0,40-40-16,-40 40 0,40-40 62,-40-40-46,0 0-16,40 40 15,-40-40 1,0 0-16,0 0 31</inkml:trace>
  <inkml:trace contextRef="#ctx0" brushRef="#br0" timeOffset="-135443.83">24397 4892 0,'0'40'15,"0"0"32,0 1-31,0-1-1,0 0-15,0 0 16,0 0 0,0 0-1,0-80 16,0 0-15,0 0 0,40 40-16,-40-40 0,40 40 0,-40-40 15,40 40 1,-40 40 15,40-40-31,-40 40 16,0 0-1,0 0 1,0-80 31,40 40-47,-40-40 16,41 0-16,-1 40 0,0 0 15,0 0 16,-40 40-31,0 0 16,0 0-16,0 0 16,40-40-16,-40 40 0,0 0 31</inkml:trace>
  <inkml:trace contextRef="#ctx0" brushRef="#br0" timeOffset="-134113.85">26162 4772 0,'0'40'93,"0"0"-77,0 0 0,0 0-1,0 0-15,0 1 0,0-1 16,41 0 0,-1-40-16,-40 40 0,40-40 15,0 0-15,0 40 16,0-40-1,0 0-15,0 0 16,1 0 0,-1 0-16,0 0 0,0 0 15,0 0 1,0 0-16,-40-40 16,40 40-16,-40-40 31,0 0-16,0 0 1,-40 40-16</inkml:trace>
  <inkml:trace contextRef="#ctx0" brushRef="#br0" timeOffset="-133493.96">26042 4732 0,'0'40'47,"-40"-40"-47,40 40 15,-40 0-15,40 0 32,-40-40-32,40-40 47,40 40-47,0 0 15,-40-40 1,40 40-16,0-40 0,0 40 15,0 0 1,-40-40-16,41 40 0,-41-40 31,0 80 16,40 0-31,-40 0-1,40 0-15</inkml:trace>
  <inkml:trace contextRef="#ctx0" brushRef="#br0" timeOffset="-132653.94">27286 5093 0,'0'-40'0,"0"80"94,0 0-79,0 0-15,0 0 16,0 0-1,0 0-15,0 0 0,0 1 16,0-1 0,40-80 15,-40-1-15,40 41-16,-40-40 0,40 40 0,0-40 15,1 0 1,-1 40-1,-40 40 1,0 0 0,0 0-1,40 1 1,0-41 0,-40-41 15,0 1-16,0 0 1,40 0 0,-40 0-16,0 0 0,0 0 15,0 0 1,0 0-16</inkml:trace>
  <inkml:trace contextRef="#ctx0" brushRef="#br0" timeOffset="-132244.041">28129 5293 0,'0'0'0,"-41"0"63,41 40-63,-40-40 0,0 0 16,0 41-16,0-41 15,40 40 1,-40-40-16,40 40 0,0 0 31,40-40-15,-40 40-16,40-40 0,0 40 15,-40 0-15,40-40 0,-40 40 16,0 0 0,0 0-16,-80 1 15,40-41-15,0 0 0,0 0 16,0 0-16,-1 0 0,1 0 15,0 0-15,0 0 0,0 0 0</inkml:trace>
  <inkml:trace contextRef="#ctx0" brushRef="#br0" timeOffset="-131044.07">19140 4852 0,'-40'0'15,"40"40"79,40-40-94,-40 40 16,40-40-16,1 0 15,-1 0-15,0 0 0,-40-40 0,40 40 16,0 0-16,0 0 0,-40-40 16,40 40-16,0 0 0</inkml:trace>
  <inkml:trace contextRef="#ctx0" brushRef="#br0" timeOffset="-130474.01">20023 4772 0,'0'0'0,"40"0"31,-40 40 0,0 0-31,0 0 32,0 0-32,0 0 0,0 1 15,0-1 1,40-40-16,0 0 15,1-40 17,-41-1-32,0 1 15,40 40-15,-40-40 16,0 0-16,40 40 16,0 40 15,-40 0-16,40-40-15,-40 40 0,0 1 16,40-1-16,-40-80 63,40-1-63,-40 1 0,40 0 15,-40 0-15,41 0 0,-41 0 31,0 0 1</inkml:trace>
  <inkml:trace contextRef="#ctx0" brushRef="#br0" timeOffset="-130154.11">20785 4972 0,'-80'0'16,"40"0"-1,0 0 1,40 41-16,0-1 16,0 0-1,0 0-15,0 0 0,0 0 16,40 0-1,0-40-15,-40 40 16,40-40-16,-40 40 16,40 1-16,-40-1 15,-40-40 1,40 40-16,-40-40 0,-40 40 0,40-40 0,0 0 16,40 40-16,-40-40 0,-1 0 0,1 0 15</inkml:trace>
  <inkml:trace contextRef="#ctx0" brushRef="#br0" timeOffset="-128294.19">27527 4652 0,'0'-40'31,"40"40"-31,-40-41 16,0 1 15,-40 0 63,40 80 78,80-40-141,-40 0-31,0 0 16,0 0-16,0 0 15,1 0-15,-1 0 16,0 0-16,0 0 0,40 0 0,-40 0 0,0 0 15,41 0-15,-41 0 0,0 40 16,40-40-16,-40 0 0,0 0 0,1 0 0,-1 0 16,0 0-16,40 0 15,-40 0-15,0 0 0,0 0 0,1 41 0,-1-41 16,40 0-16,-40 0 0,0 0 0,0 0 0,41 0 16,-41 0-16,40 0 0,-40 0 15,0 0-15,41 0 0,-1 0 0,-40 0 0,40 0 16,-40 0-16,41 0 15,-41 0-15,40 0 0,-40 40 0,0-40 0,40 0 16,-39 0-16,39 0 0,-40 0 16,0 40-16,40-40 0,1 0 0,-41 40 0,40-40 15,0 0-15,-40 0 16,0 0-16,41 0 0,-41 0 0,0 0 16,0 0-16,-40-40 0,40 40 31,0 0 0,0 0-31,-80 0 63,0-40-63</inkml:trace>
  <inkml:trace contextRef="#ctx0" brushRef="#br0" timeOffset="-127494.29">29894 3168 0,'-40'0'16,"80"0"-16,-120 0 62,80 40-31,0 0-31,0 0 16,0 0 0,0 0-16,0 0 15,0 0-15,0 1 0,0-1 16,0 0-1,0 0-15,0 0 0,0 0 0,0 0 16,0 0-16,0 0 0,-40 1 16,40-1-16,0 0 0,0 0 0,0 0 0,0 0 15,0 0-15,0 0 0,0 0 16,-40 0-16,40 1 0,0-1 0,-40 0 16,40 0-16,0 0 0,-41-40 0,41 40 15,0 0 1,0 0-1,0 0 1,-40 1-16,40-1 0,0 0 16,-40-40-16,40 40 15,0 0-15,0 0 0,0 0 16,0 0 15,0-80 0,0 0-31</inkml:trace>
  <inkml:trace contextRef="#ctx0" brushRef="#br0" timeOffset="-126714.33">29734 3649 0,'-40'0'0,"40"-40"0,40 40 62,-40-40-46,0 0 15,0 80 31,-40 0-46,40 0 0,-41-40-16,41 40 0,-80-40 0,80 40 0,-40-40 0,0 40 15,0-40-15,0 40 16,0 1-16,-1-1 0,1 0 0,0-40 16,0 40-16,0 0 0,0-40 0,40 40 0,-40 0 15,0 0-15,-1-40 16,1 40-16,0 0 0,0 1 0,0-41 0,40 40 0,-40 0 15,0-40-15,40 40 16,-41-40-16,41 40 0,-40-40 0,40 40 0,-40-40 16,0 40-16,0-40 15,40 40-15,-40 0 0,0 1 0,0-1 16,-1 0-16,1 0 0,0 0 0,40 0 16,-40-40-16,0 40 15,80-40 16,0-40-15,0 0 0,0 40-16,1-40 0,-1 0 0</inkml:trace>
  <inkml:trace contextRef="#ctx0" brushRef="#br0" timeOffset="-125824.3">29573 3729 0,'0'40'16,"0"-80"-16,-40 80 0,80-40 47,0 0-32,-40-40-15,0 0 16,40 40 31,1 40-47,-1-40 15,-40 40-15,40-40 16,0 40-16,-40 1 0,40-1 16,0 0-16,0 0 15,0 0-15,1 0 0,-1 0 16,-40 0-16,40-40 0,-40 40 0,40-40 0,-40 40 16,40 1-16,0-41 15,-40 40-15,40 0 0,0-40 0,-40 40 0,41-40 16,-1 40-16,0 0 15,0-40-15,-40 40 0,40-40 0,0 40 0,0 0 16,0-40 0,1 41-16,-1-41 15,-40 40 1,40-40-16,-40 40 0,40 0 0,0 0 16,0 0-16,0-40 15,0 0 1,1 0-16,-1 0 15,0 0 1,-80 0 15</inkml:trace>
  <inkml:trace contextRef="#ctx0" brushRef="#br0" timeOffset="-124944.44">29493 5293 0,'0'-40'15,"0"0"1,0 0-16,0 0 16,40 40-16,0 0 46,0 0-30,0 0-16,1 40 16,-1-40-1,-40 40-15,0 0 16,0 0-16,0 0 0,0 1 16,-81-1-16,81 0 0,0 0 15,-80 0-15,40-40 16,0 40-16,0-40 15,0 0 1,40-40 0,0 0-1,0 0 1,40 40 0,0 0-1,0 0-15,0 40 16,0-40-16,0 40 15,1 0-15,-1 0 0,0 0 32,-40 0-32,40 0 15</inkml:trace>
  <inkml:trace contextRef="#ctx0" brushRef="#br0" timeOffset="-124364.4">30095 5374 0,'0'40'31,"0"0"-15,0 0-1,0 0 1,0 0 0,40-40 15,0 0-31,0 0 16,-40-40-16,0 0 15,40 0 1,-40 80 46,40-40-46,-40 40-16,41-40 16,-1 40-1,0-40-15,-40 40 16,40-40-1,0-40 1,-40 0 0,0 0-16,0 0 15,0 0-15,0 0 16,0-1-16,0 1 0,0 0 16,0 0-16,0 0 0,0 0 15,0 0 1,0 0-16,-40 40 31</inkml:trace>
  <inkml:trace contextRef="#ctx0" brushRef="#br0" timeOffset="-124034.49">31058 5494 0,'-80'0'16,"160"0"-16,-201 0 15,81 0 1,0 40-16,40 0 31,0 0-15,40-40-1,-40 40-15,40 0 16,-40 0-16,0 1 31,0-1-31,-80-40 0,40 0 16,0 0-16,0 40 0,0-40 0,0 0 0,-1 0 16,-39 0-16,40 0 0</inkml:trace>
  <inkml:trace contextRef="#ctx0" brushRef="#br0" timeOffset="-121834.621">20384 4331 0,'-40'0'172,"0"0"-157,0 0 1,0 0 0,0 0-16,-1 0 15,1 0-15,0 0 16,0 0-16,0 0 0,0 0 16,0 0-1,0 0-15,-1 0 31,1 0 1,0 0-1,0 0-31,40-40 0,-40 40 16,0 0-16,0 0 0,0 0 15,-1 0 1,1 0-16,0 0 15,0 0 1,0 0-16,0 0 16,0 0-1,0 0-15,-1 0 16,1 0-16,0 0 0,0 0 16,0 0-16,0 0 15,0 0-15,0 0 0,-1 0 0,1 0 16,0 0-1,0 0-15,0 0 0,0 0 0,0 0 0,0 0 16,-1 0-16,1 0 0,-40 0 16,40 0-16,0 0 0,0 0 0,0 0 0,-1 0 15,1 0-15,0 0 16,0 0-16,0 0 0,0 0 0,0 0 16,-1 0-16,1 0 0,0 0 15,0 0-15,0 0 0,0 0 16,0 0-16,0 40 0,-1-40 0,1 0 15,0 0-15,0 0 16,0 0-16,0 0 0,0 0 0,0 0 16,-1 0-16,1 0 0,0 0 15,0 0-15,0 0 0,0 0 0,0 0 16,-41 0-16,41 0 0,0 0 0,0 0 16,0 0-16,0 0 15,0 0-15,0 0 16,-1 0-16,1 0 15,0 0-15,0 0 0,0 0 16,80 0 125</inkml:trace>
  <inkml:trace contextRef="#ctx0" brushRef="#br0" timeOffset="-120974.59">18057 2727 0,'0'40'109,"0"0"-93,0 0-1,0 0-15,0 0 0,0 0 16,0 0-16,0 0 0,0 1 16,0-1-16,0 0 0,0 0 0,0 0 15,0 0-15,0 0 16,0 0-16,0 0 0,0 0 0,0 1 16,0-1-16,0 40 0,0-40 0,0 0 15,0 0-15,0 0 0,0 0 16,0 1-16,0-1 0,0 0 0,-40-40 15,40 40-15,0 0 16,0 0-16,0 0 0,0 0 16,0 0-1,0 0-15,0 1 16,-40-41-16,40 40 0,0 0 16,0 0-1,0 0-15,0 0 16</inkml:trace>
  <inkml:trace contextRef="#ctx0" brushRef="#br0" timeOffset="-120224.72">18017 3128 0,'0'-40'15,"0"80"-15,0-121 16,0 41-16,0 80 78,-40-40-78,-1 41 0,41-1 16,-40 0-1,40 0-15,-40 0 0,0 0 0,40 0 0,-40 0 16,0 0-16,40 0 0,-40 1 16,0-1-16,-1 0 0,1 0 0,0 0 0,0 0 15,0 0-15,0 0 16,0-40-16,0 40 0,-41 1 0,41-41 0,40 40 16,-40-40-16,0 40 0,0 0 0,0-40 0,40 40 15,-40-40-15,40 40 0,-41 0 16,1-40-16,40 40 0,-40-40 0,40 40 0,0 0 15,-40-40 1,40 41 62,0-82-31,40 41-47</inkml:trace>
  <inkml:trace contextRef="#ctx0" brushRef="#br0" timeOffset="-119364.681">18097 3047 0,'0'41'15,"0"-1"95,40 0-79,0 0-15,0 0-16,1 0 15,-41 0-15,40-40 0,-40 40 16,40 0-16,0 0 0,0 1 0,-40-1 15,40 0-15,0 0 16,-40 0-16,0 0 0,40-40 0,-40 40 16,0 0-16,0 0 0,41-40 15,-41 41-15,40-1 0,-40 0 0,40-40 16,-40 40-16,40-40 0,-40 40 0,40-40 0,0 40 16,-40 0-1,40-40-15,-40 40 0,40-40 16,-40 40-16,41-40 15,-41 40-15,40-40 47,-40 41-31,40-41-16,0 0 0,-40 40 16,40-40-16,-40 40 0,40 0 31,-40 0-16,-40-40 1</inkml:trace>
  <inkml:trace contextRef="#ctx0" brushRef="#br0" timeOffset="-118674.74">17054 4932 0,'-40'0'0,"40"40"31,40-40 31,0 0-62,0-40 16,0 40 0,0 0-16,0 0 0,0 0 0,-40-40 15,41 40-15,-1-40 0,0 40 16,-40-40 0</inkml:trace>
  <inkml:trace contextRef="#ctx0" brushRef="#br0" timeOffset="-118264.78">17455 4772 0,'40'0'16,"-80"0"-16,120 0 15,-40 0-15,0 0 0,1 0 16,-1 0-1,0 40 1,-40 0-16,0 40 16,0-40-16,0 1 0,-40-41 15,-41 80 1,1-40 0,80-80-1,0 0 1,0 0 15,80 40-15,1 80-1,-41-80-15,0 40 16,0-40-16,40 40 16,-40-40-1,1 0-15</inkml:trace>
  <inkml:trace contextRef="#ctx0" brushRef="#br0" timeOffset="-117784.871">18097 4812 0,'0'0'0,"-40"0"31,40 40 0,40-40-31,-40 40 16,0 0-1,40-40 1,-40 40-16,40-40 16,-40-40-1,40 40-15,-40-40 0,0 0 16,41 40-1,-41-40 1,0 80 15,40-40-15,-40 40-16,40-40 16,-40-40 46,0 0-46,0 0-1</inkml:trace>
  <inkml:trace contextRef="#ctx0" brushRef="#br0" timeOffset="-117354.89">18579 4812 0,'-41'0'125,"1"0"-94,40 40-16,0 0-15,0 0 0,0 0 16,0 1 0,0-1-16,0 0 15,40 0-15,-40 0 0,41 0 16,-41 0 0,0 0-16,-81-40 31,41 0-16,0 0-15,0 0 16,0-40-16,0 40 0</inkml:trace>
  <inkml:trace contextRef="#ctx0" brushRef="#br0" timeOffset="-8101.191">21989 5815 0,'0'-40'0,"-40"40"172,40 40-125,-40-40-16,0 0-31,0 0 16,0 0-1,-1 0-15,1 40 0,0-40 16,0 0-1,0 0-15,40 40 0,-40-40 16,0 0 0,0 0-16,40 40 15,-41-40-15,1 0 16,0 0 0,0 40-16,0-40 0,0 0 0,0 0 15,0 40-15,-1-40 16,1 0-16,0 0 0,0 0 0,0 40 15,0-40-15,0 0 0,0 0 16,-1 40-16,1-40 0,0 0 0,0 0 16,0 41-16,0-41 15,0 0-15,40 40 0,-40-40 0,40 40 32,0 0 30,-41-40-46,1 0-1,40 40 1,-40-40-16,40 40 16,-40-40-1,0 0 1,40 40-16,-40-40 31,0 0 0,40 40-31,-40 0 16,40 0-16,-41-40 0,1 41 16,0-1-1,0 0 1,40 0-1,0-80 64</inkml:trace>
  <inkml:trace contextRef="#ctx0" brushRef="#br0" timeOffset="-7701.23">20023 6336 0,'0'-40'31,"40"40"-31,-40 40 31,0 0-15,-40 0-16,40 0 0,-40 0 15,40 1 1,0-1-16,-40-40 0,40 40 0,0 0 16,0 0-16,0 0 15,80-40 32,-40 0-31,0 0-16,0 0 15,1 0-15,-1 0 16,0 0 0,0 0-16,0 0 15</inkml:trace>
  <inkml:trace contextRef="#ctx0" brushRef="#br0" timeOffset="-6351.31">12600 8381 0,'-40'0'31,"120"0"32,-40 0-32,0 0 16,0 0-16,40 0-31,-39 0 0,-1 0 0,0 0 16,0 0-16,0 0 0,40 0 15,-40 0-15,1 0 0,39 0 0,-40 0 0,40 0 16,-40 0-16,41 0 0,-1 0 0,0 0 0,-40 0 16,40 0-16,1 0 15,-41 0-15,40 0 0,0 0 0,1 0 0,-41 0 16,40 0-16,-40 0 0,40 0 15,-40 0-15,41 0 0,-41 0 0,40 0 0,-40 0 16,41 0-16,-41 0 16,40 0-16,-40 0 0,40 0 0,-40 0 0,41 0 15,-41 0-15,40-40 0,-40 40 16,40 0-16,1 0 0,-41 0 0,40-40 0,0 40 16,1 0-16,-1 0 0,0-40 0,0 40 0,1 0 15,-1 0-15,-40 0 16,40 0-16,0 0 0,1 0 0,-1 0 0,-40 0 15,40 0-15,1 0 0,-41 0 16,40 0-16,0 0 0,0 0 0,1 0 0,-1 0 16,0 0-16,0 0 15,1 0-15,-41 0 0,40 0 0,0 0 0,1-40 16,-41 40-16,40 0 0,0 0 0,0 0 0,-39 0 16,39 0-16,-40 0 0,40-40 15,-40 40-15,1 0 0,39 0 0,-40 0 0,0 0 16,0 0-1,0 0-15,0 0 0,1 0 16,-1 0 0,0 0-16,0 0 47,0 0-16,-40-40 0,-40 0-31</inkml:trace>
  <inkml:trace contextRef="#ctx0" brushRef="#br0" timeOffset="-4971.47">15930 6537 0,'0'-41'0,"-40"41"109,0 0-78,40 41-31,0-1 16,-40-40 0,40 40-16,0 0 15,0 0-15,0 0 31,-40-40-31,40 40 0,0 0 16,0 0-16,0 1 16,0-1-16,0 0 0,0 0 15,0 0 1,0 0-16,-40 0 0,40 0 16,0 0-16,0 0 0,0 1 0,-41-1 15,41 0-15,0 0 16,0 0-16,0 0 15,0 0 1,0 0-16,0 0 16,0 1-16,-40-1 15,40 0-15,0 0 16,0 0-16,0 0 16,-40 0-1,40 0-15,0 0 16,0 0-1,0 1 17,0-1-17,-40-40-15,40 40 16,0 0-16,0 0 16,0 0-1,0 0 1,0 0 46,0 0-46,-40-40-16,40 41 16,0-1-1,0-80 48,0-1-63</inkml:trace>
  <inkml:trace contextRef="#ctx0" brushRef="#br0" timeOffset="-3021.491">14767 7459 0,'0'-40'31,"0"0"1,-41 40 108,-39 0-124,40 0 0,40 40-1,40-40 79,0 0-78,0 0-16,1-40 15,-1 40 1,0 0-16,0 0 15,0 0-15,0 0 16,0 0-16,0 0 16,1 0-1,-1 0-15,0 0 0,0 0 16,0-40-16,0 40 0,0 0 16,0 0-16,1 0 0,-1 0 15,0 0-15,0 0 0,40 0 0,-40 0 0,41 0 16,-1 0-16,-40 0 15,40 0-15,-40 0 0,41 0 0,-41 0 0,0-40 16,0 40-16,0 0 0,0 0 16,0 0-16,0 0 0,1 0 15,-1 0 1,0 0 15,0 0-31,0 0 16,0 0-1,0 0 1,0 0-16,1 0 16,-1 0 62,-40 40 187,0 0-265,0 0 16,0 0 0,0 0-1,0 0 1,0 0 0,0 0-16,-40-40 15,40 41 1,0-1-16,0 0 15,-41-40-15,41 40 16,0 0-16,0 0 16,0 0-1,0 0-15,-40-40 16,40 40-16,0 0 31,0 1-15,-40-41-1,40 40-15,0 0 16,0 0 0,0 0 15,0 0 0,0 0-15,-80-40-16,80 40 15,0 0 1,0 1 15,0-122 16</inkml:trace>
  <inkml:trace contextRef="#ctx0" brushRef="#br0" timeOffset="-1701.57">14646 7459 0,'40'0'31,"0"0"0,-40 40 16,0 0-31,0 0-1,0 0-15,0 1 16,0-1 0,0 0-16,-40 0 15,40 0-15,0 0 0,0 0 16,0 0-16,0 0 16,0 0-16,-40-40 0,40 41 0,0-1 31,0 0-31,-40-40 0,40 40 0,0 0 31,0 0-31,0 0 31,0 0-15,0 0 15,0 1 32,0-1 124,0 0-171,-40-40-16,40 40 15,0 0 1,-40-40 0</inkml:trace>
  <inkml:trace contextRef="#ctx0" brushRef="#br0" timeOffset="658.29">13964 9023 0,'0'40'125,"0"0"-110,0 0-15,0 1 16,0-1-16,0 0 0,0 0 16,0 0-1,0 0-15,40-40 31,0 0-15,-40-40 0,40 40-16,-40-40 0,40 40 15,-40-40-15,0 0 0,0 0 32,41 40-32,-41-41 0,0 1 31,0 80 16,40-40-32,-40 41-15,40-41 0,-40 40 16,40-40-16,0 0 31,0 0 0,-40-40-31,40 40 0,-40-41 32,0 1-32,0 0 0,0 0 15,40 0-15,-40 0 0,0 0 16,0 0 0</inkml:trace>
  <inkml:trace contextRef="#ctx0" brushRef="#br0" timeOffset="1128.24">14807 8943 0,'-40'0'0,"-1"0"46,41 40-46,-40-40 16,40 40-16,0 0 0,-40 0 16,0 0-1,40 1-15,0-1 0,0 0 16,0 0-16,0 0 16,0 0-1,40-40 1,0 0-1,0 0 1,1 0-16,-41 40 31,-41-40-31,41 40 0,-40-40 16,0 0 0,40 40-16,-40-40 0,0 40 15,0-40 1,0 0-16,-1 41 0,1-41 15</inkml:trace>
  <inkml:trace contextRef="#ctx0" brushRef="#br0" timeOffset="1598.22">13924 10146 0,'0'0'16,"40"0"46,0-40-62,0 40 16,0 0-16,-40-40 0,40 40 16,1 0-16,-1 0 15,0-40-15,0 40 0,0 0 0,0 0 0,0-40 16,0 40-16,1 0 15,-1-40-15,0 40 0,0 0 16,-40-41 0,40 41-16,0 0 0,0 0 15,-40-40-15,41 40 0</inkml:trace>
  <inkml:trace contextRef="#ctx0" brushRef="#br0" timeOffset="2218.19">14205 10306 0,'40'0'47,"0"0"-31,0 0-16,0 0 15,0 0 1,0 0-16,-40 41 15,41-41 1,-41 40-16,0 0 16,40-40-1,-40 40-15,0 0 0,0 0 16,-40-40-16,40 40 0,-41-40 16,41 40-16,-40-40 15,0 0 1,40-40 31,40 40-47,0 0 15,1-40 1,-1 40-16,0 0 16,0-40-16,0 40 0,0 0 15,0 0 1,1 0-16,-41-40 0,40 40 0,0 0 31,-80 0 16</inkml:trace>
  <inkml:trace contextRef="#ctx0" brushRef="#br0" timeOffset="3258.13">16131 9143 0,'-40'0'0,"40"41"79,0-1-64,40 0-15,-40 0 0,0 0 16,0 0-16,0 0 0,0 0 0,0 0 15,0 0-15,0 1 16,0-1-16,0 0 16,40-40-1,0 0 1,-40-40-16,40 40 0,-40-40 0,40 40 16,-40-41-16,40 1 15,1 0-15,-41 0 0,40 40 16,-40-40-1,0 80 32,40-40-31,-40 40 0,40-40-16,0 0 31,0-40-31,-40 0 31,40 40-31,-40-40 0,0 0 16,0 0-1,0 0-15,0 0 0,-40-1 16,40 1-16,-40 40 0,40-40 16</inkml:trace>
  <inkml:trace contextRef="#ctx0" brushRef="#br0" timeOffset="3678.05">17094 9103 0,'0'0'0,"-40"0"16,0 0-16,-1 0 31,41 40-31,0 1 0,-40-41 16,40 40-16,0 0 15,-40 0-15,40 0 0,0 0 16,0 0 0,40 0-16,0 0 15,-40 0 17,0 1-1,-40-41-31,40 40 0,-40-40 15,0 0 1,40 40-16,-40-40 0,0 40 16,0-40-1</inkml:trace>
  <inkml:trace contextRef="#ctx0" brushRef="#br0" timeOffset="4027.99">16211 10186 0,'0'40'16,"40"-40"15,0 0-15,0-40-16,1 40 15,-1 0-15,0 0 0,0 0 0,0-40 16,0 40-16,0 0 0,0 0 0,1-40 16,-1 40-16,0 0 15,0-40-15,0 40 16,0 0-1,-40-40-15,40 40 0</inkml:trace>
  <inkml:trace contextRef="#ctx0" brushRef="#br0" timeOffset="4687.95">16452 10547 0,'0'0'0,"-40"0"0,80 0 16,0 0 15,0 0-31,40 40 16,-40-40-16,-40 40 0,41 0 15,-1-40-15,-40 41 32,40-41-32,-40 40 15,0 0 1,-40-40 0,0 40-1,-1-40-15,41 40 16,-40-40-1,80 0 32,1 0-31,-1 0 0,-40-40-16,40 40 15,0 0-15,0 0 0,0-40 0,0 40 0,0 0 16,1 0-16,39-40 15,-40 40-15,0 0 0,0 0 0,0 0 0,0 0 16,1 0-16,-1 0 16,0 0-1,-40-81 110,-80 81-109</inkml:trace>
  <inkml:trace contextRef="#ctx0" brushRef="#br0" timeOffset="11737.54">22230 4571 0,'0'-40'344,"0"0"-329,0 0 48,0 0-1,0 0-46,0 0 0,40 40-16,-40-40 15,0 0 32,0-1 0,40 41-47,-40-40 0,40 0 16,-40 0 15,0 0 0,0 0-15,0 0 15,41 40-15,-41-40-16,0 0 15,0 0-15,0-1 16,0 1 0,0 0 15,0 0-16,0 0 1,0 0-16,0 0 16,0 0 15,0 0-15,0-1-1,0 1-15,0 0 16,0 0-1,40 40-15,-40-40 16,0 0 0,40 40-1,-40-40-15,0 0 16,0 0 15,0 0-15,0-1-1,40 41 1,-40-40-16,0 0 0,0 0 16,0 0-1,40 40 345,0 0-345,0 0 1,0 0 0,1 0 30,-1 0-30,0 0 0,0 0-1,0 0 1,-40 40 15,40-40-31,0 0 16,0 0 15,1 0-15,-1 0-1,0 0 1,0 0 0,0 0 15,-40 40-31,40-40 15,0 0 1,0 0 0,1 0 15,-1 0 0,0 0-31,0 0 31,0 0-31,0 0 0,0 0 16,0 0-16,1 0 16,-1 0-16,-40-40 0,40 40 15,0 0 1,0 0 0,0 0 15,0 0-31,0 0 15,1 0 1,-1 0 0,0 0-1,0 0 17,0 0 14,0 0-14,0 0-17,0 0 1,1 0 0,-1 0 15,0 0 0,0 0-15,0 0-16,0 0 15,0 0 1,0 0 0,-40 40-1,41-40-15,-1 0 63,0 0-63,0 0 15,0 0 1,0 0 0,0 0-1,0 0 63,1 0-62,-1 0 46,-40 40 267,-40-40-298,40 40 31,-41-40-46,41 41-16,0-1 0,0 0 31,0 0-31,0 0 16,0 0-1,0 0-15,-40-40 16,40 40-16,0 0 16,0 0-1,0 1 1,-40-41-16,40 40 16,0 0 15,0 0 0,0 0-15,0 0 15,-40-40-31,40 40 31,0 0 0,0 0 1,0 1-17,0-1 1,0 0 0,0 0 30,0 0-14,0 0-1,0 0-15,0 0-1,0 0 16,0 0 16,-40-40-47,40 41 63,0-1-32,0 0 0,-40-40 16,40 40 0,-40 0-31,0-40 46,40 40 32,-41-40 125,1 40 234,0-40-406,40 40-16,0-80 500</inkml:trace>
  <inkml:trace contextRef="#ctx0" brushRef="#br0" timeOffset="18267.16">12078 7058 0,'0'40'141,"0"0"-126,0 0 16,0 0-15,40-40-16,-40 40 16,40 1-16,0-41 0,1 40 15,-1 0 1,0 0-16,0-40 0,-40 40 0,40-40 16,-40 40-16,40-40 15,0 40-15,0-40 0,1 0 0,-41 40 16,40-40-16,0 0 15,0 40-15,0-40 0,0 0 16,0 0-16,0 0 0,1 0 16,-1 0-1,0 0-15,0 0 0,0 0 16,0 0-16,0 0 16,0 0-16,1 0 15,-1 0 1,0 0-16,0 0 15,0 0 1,0 0 0,0 0-16,0 0 15,1 0 1,-1 0-16,0 0 0,0 0 16,0 0-16,-40-40 15,40 40-15,0 0 0,-40-40 16,0 0-1</inkml:trace>
  <inkml:trace contextRef="#ctx0" brushRef="#br0" timeOffset="18707.21">13442 7459 0,'0'0'15,"40"0"63,-40-40-62,41 40-16,-1 0 0,0 0 16,0 0-1,0 0-15,-40 40 16,40 0-16,0-40 16,-40 40-16,40 0 15,-40 0 1,41-40-16,-41 41 0,0-1 31,0 0-31,-41-40 16,1 40-16,0-40 15,40 40-15,-40-40 16,0 40-16,0-40 0,0 40 16,0-40-16,-1 40 0</inkml:trace>
</inkml:ink>
</file>

<file path=ppt/ink/ink3.xml><?xml version="1.0" encoding="utf-8"?>
<inkml:ink xmlns:inkml="http://www.w3.org/2003/InkML">
  <inkml:definitions>
    <inkml:context xml:id="ctx0">
      <inkml:inkSource xml:id="inkSrc0">
        <inkml:traceFormat>
          <inkml:channel name="X" type="integer" max="2390" units="cm"/>
          <inkml:channel name="Y" type="integer" max="768" units="cm"/>
          <inkml:channel name="T" type="integer" max="2.14748E9" units="dev"/>
        </inkml:traceFormat>
        <inkml:channelProperties>
          <inkml:channelProperty channel="X" name="resolution" value="77.34628" units="1/cm"/>
          <inkml:channelProperty channel="Y" name="resolution" value="44.39306" units="1/cm"/>
          <inkml:channelProperty channel="T" name="resolution" value="1" units="1/dev"/>
        </inkml:channelProperties>
      </inkml:inkSource>
      <inkml:timestamp xml:id="ts0" timeString="2023-10-13T04:25:48.074"/>
    </inkml:context>
    <inkml:brush xml:id="br0">
      <inkml:brushProperty name="width" value="0.05292" units="cm"/>
      <inkml:brushProperty name="height" value="0.05292" units="cm"/>
      <inkml:brushProperty name="color" value="#FF0000"/>
    </inkml:brush>
  </inkml:definitions>
  <inkml:trace contextRef="#ctx0" brushRef="#br0">6260 2045 0,'40'0'15,"-40"-40"1,40 40 78,-40-40-48,40 40 95,0 0-125,0 0-16,0 0 15,1 0-15,-41-41 0,40 41 0,0 0 0,0 0 16,0 0-16,0 0 0,0 0 0,0 0 16,1 0-16,-1 0 15,0 0-15,0 0 0,0 0 0,0 0 16,0 0-16,0 0 15,1 0-15,-1 0 16,0 0 0,0 0-16,0 0 0,0 0 15,0 0-15,1 0 0,-1 0 0,40 0 16,0 0-16,-40 0 0,41 0 0,-1 0 0,0 0 16,0 0-16,1-40 15,-1 40-15,0 0 0,0 0 0,1-40 0,-1 40 16,-40 0-16,40 0 0,-40 0 0,0 0 15,1 0-15,-1 0 0,0 0 16,0 0-16,0 0 0,0 0 0,-40-40 16,40 40-16,0 0 15,1 0-15,-1 0 0,0 0 0,0 0 0,0 0 16,0 0-16,0 0 0,41 0 0,-41 0 0,40 0 16,-40 0-16,0 0 0,40 0 15,-39 0-15,-1 0 0,0 0 0,0 0 0,0 0 16,0 0-16,0 0 15,0 0-15,1 0 0,-1 0 0,0 0 16,0 0-16,40 0 16,-40 0-16,0 0 0,1 0 0,-1 0 0,0 0 15,0-40-15,0 40 0,40 0 0,-40 0 16,1 0-16,-1 0 16,0 0-16,0 0 0,0 0 0,0 0 15,0 0-15,1 0 16,-1 0-16,0 0 0,0 0 0,0 0 0,0 0 15,0 0-15,0 0 16,41 0-16,-41 0 0,0 0 0,40 0 0,0 0 16,-39 0-16,39 0 0,-40 0 15,40 0-15,-40 0 0,41 0 0,-41-40 0,0 40 16,0 0-16,0 0 0,0 0 0,-80 0 47,0 0-32</inkml:trace>
  <inkml:trace contextRef="#ctx0" brushRef="#br0" timeOffset="3827.05">6380 2005 0,'0'40'15,"0"-80"220,0 0-235,0-1 15,0 1 1,0 0-16,0 0 15,40 0-15,-40 0 16,0 0-16,40 40 0,0-40 0,-40 0 16,0 0-16,41 40 15,-41-41-15,40 1 0,-40 0 16,40 0-16,-40 0 0,40 40 16,-40-40-16,0 0 15,40 40-15,-40-40 0,40 40 0,-40-40 16,40-1-1,0 1-15,-40 0 16,41 40-16,-41-40 16,40 40-16,0-40 0,0 40 15,-40-40 1,40 40-16,0 0 16,-40-40-16,40 40 0,0 0 15,1 0 1,-1 0-16,0 0 0,0 0 31,-40 40-31,0 0 0,40-40 16,-40 40-1,0 0-15,40-40 0,-40 40 0,0 0 16,40 1-16,-40-1 16,41 0-1,-41 0-15,40 0 16,-40 0-16,0 0 15,40-40-15,-40 40 0,40 0 0,-40 1 16,40-41 0,-40 40-16,40 0 0,-40 0 15,40-40-15,-40 40 0,0 0 0,40-40 16,-40 40-16,41 0 16,-41 0-16,40-40 0,-40 40 0,0 1 15,40-41 1,-40 40-16,0 0 0,40-40 15,-40 40-15,0 0 16,0 0-16,40-40 0,-40 40 16,0 0-16,40-40 15,-40 40-15,40 1 0,-40-1 16,0 0-16,0 0 16,40-40-16,-40 40 15,41-40-15,-41 40 0,40-40 16,-40 40-1,40-40-15,-40 40 16,40-40-16,-40 40 16,40-40-16,0 40 15,0-40 1,-40 41-16,40-41 16,1 40-1,-1-40-15,-40 40 16,40-40-16,0 0 0,0 0 31,-40-40-31,40 40 16,-40-40-16,40-1 15,-40 1 1,40 40-16,-40-40 16,41 40-1,-41-40 1,40 40-1,-40-40 17,40 40-17,-40-40-15,40 0 0,0 0 16,-40 0 0,0 0-16,40 40 0,-40-41 15,0 1-15,40 40 16,-40-40-1,0 0-15,40 0 16,-40 0 0,0 0-1,0 0 1,41 40-16,-41-40 0,0-1 16,40 1-1,-40 0-15,0 0 16,40 40-16,-40-40 0,0 0 15,40 40-15,-40-40 16,0 0 0,40 40-16,-40-40 15,0 0 1,40 40 0,-40-41-16,40 41 15,-40-40-15,40 40 16,-40-40-1,41 40-15,-41-40 0,40 40 16,-40-40 0,40 40-16,-40-40 0,0 0 15,40 40 1,-40-40 0,40 40 30,0 0-30,-40-40-16,40 40 16,-40-41-1,40 1 1,1 40-16,-1 0 16,-40-40-16,40 40 15,0 0 16,-40-40-15,80 40 172,-40 0-157,0 0 16,1 0 109,-1 0-125,-40 40 32,0 0-48,80-40-15,-80 40 16,40-40 15,-40 41-31,0-1 16,0 0 15,40-40-31,-40 40 0,40-40 16,-40 40-16,40 0 15,-40 0 1,41-40-16,-1 0 16,-40 40-16,0 0 15,40-40 16,-40 41 1,40-41-17,-40 40 1,40-40-16,-40 40 31,40-40-31,-40 40 47,40-40-47,-40 40 47,40-40 0,-40-40 172,-40 40-219</inkml:trace>
  <inkml:trace contextRef="#ctx0" brushRef="#br0" timeOffset="7986.76">6902 521 0,'-40'0'32,"40"40"124,0 0-140,0 0-16,0 0 15,0 0-15,0 0 16,0 1-1,-41-41-15,41 40 0,0 0 16,0 0-16,0 0 16,0 0-16,0 0 15,0 0 1,0 0-16,0 0 16,0 1-1,0-1 1,0 0-16,0 0 15,0 0 1,0 0-16,0 0 0,0 0 16,0 0-16,0 1 15,0-1-15,-40 0 16,40 0 0,0 0-16,0 0 15,-40-40-15,40 40 0,0 0 16,0 0-1,0 0-15,0 1 16,0-1 0,0 0-16,0 0 0,0 0 15,0 0-15,0 0 16,-40 0-16,40 0 0,0 1 0,-40-1 16,0-40-16,40 40 0,0 0 15</inkml:trace>
  <inkml:trace contextRef="#ctx0" brushRef="#br0" timeOffset="8846.8">7464 601 0,'0'40'31,"0"0"0,0 0-31,0 0 16,0 1-16,-41-41 15,41 40-15,0 0 16,0 0-16,0 0 16,0 0-1,0 0-15,0 0 0,0 0 16,0 0 0,0 1-16,0-1 15</inkml:trace>
  <inkml:trace contextRef="#ctx0" brushRef="#br0" timeOffset="8996.71">7383 1724 0,'0'40'16,"0"-80"-16,0 120 0,0-40 47</inkml:trace>
  <inkml:trace contextRef="#ctx0" brushRef="#br0" timeOffset="9246.75">7423 2205 0,'0'40'16,"0"0"-1,0 1 1,41-1 0,-1-40-1,-40 40-15,0 0 16</inkml:trace>
  <inkml:trace contextRef="#ctx0" brushRef="#br0" timeOffset="9496.74">7423 3047 0,'0'41'0,"-40"-41"0</inkml:trace>
  <inkml:trace contextRef="#ctx0" brushRef="#br0" timeOffset="10576.61">7865 802 0,'0'40'16,"0"0"30,0 0-30,40-40-16,-40 40 16,0 0-1,0 0-15,40-40 0,-40 40 0,40 0 16</inkml:trace>
  <inkml:trace contextRef="#ctx0" brushRef="#br0" timeOffset="10756.68">7785 1724 0,'0'40'16,"0"0"15,40-40-16</inkml:trace>
  <inkml:trace contextRef="#ctx0" brushRef="#br0" timeOffset="10986.59">7785 2205 0,'-41'0'0,"41"40"32,0 0-32,0 1 15,0-1 1,0 0-16,0 0 16,0 0-16,0 0 31</inkml:trace>
  <inkml:trace contextRef="#ctx0" brushRef="#br0" timeOffset="11166.64">7624 2927 0,'0'161'32,"0"-322"-32,0 362 15,0-161-15,0 0 0,0 0 31,0 0-15</inkml:trace>
  <inkml:trace contextRef="#ctx0" brushRef="#br0" timeOffset="12196.6">8427 561 0,'0'0'0,"0"40"94,40-40-94,-40 40 0,0 0 15,0 0-15,0 0 16,0 1-16</inkml:trace>
  <inkml:trace contextRef="#ctx0" brushRef="#br0" timeOffset="12376.51">8306 1604 0,'0'40'0,"0"-80"0,0 120 15,40-40 1</inkml:trace>
  <inkml:trace contextRef="#ctx0" brushRef="#br0" timeOffset="12596.51">8306 2165 0,'0'40'16,"0"0"15,0 0 1,0 1-32</inkml:trace>
  <inkml:trace contextRef="#ctx0" brushRef="#br0" timeOffset="12776.54">8266 2686 0,'0'0'16,"-40"0"-16,40 41 31,0 39-16,0 0 1</inkml:trace>
  <inkml:trace contextRef="#ctx0" brushRef="#br0" timeOffset="12966.53">8146 3649 0,'-40'40'16,"80"-80"-16,-80 120 16</inkml:trace>
  <inkml:trace contextRef="#ctx0" brushRef="#br0" timeOffset="13116.49">8065 3930 0,'0'0'0,"0"-40"31,0 0-15</inkml:trace>
  <inkml:trace contextRef="#ctx0" brushRef="#br0" timeOffset="14246.44">9069 481 0,'0'40'16,"0"0"109</inkml:trace>
  <inkml:trace contextRef="#ctx0" brushRef="#br0" timeOffset="14426.46">9028 922 0,'0'0'15,"0"40"-15,0 0 16,0 0 0,0 0-16,0 0 15</inkml:trace>
  <inkml:trace contextRef="#ctx0" brushRef="#br0" timeOffset="14616.43">8988 1684 0,'-40'0'16,"80"0"-16,-80 40 15,40 0 1,40 0 0,-40 0-1</inkml:trace>
  <inkml:trace contextRef="#ctx0" brushRef="#br0" timeOffset="14766.43">8868 2245 0,'0'0'0,"0"40"0,-40 1 15,40-1 1,0 40 15</inkml:trace>
  <inkml:trace contextRef="#ctx0" brushRef="#br0" timeOffset="15046.41">8868 3368 0,'0'0'0,"0"40"0,0 0 0,-40-40 16,40 41-1</inkml:trace>
  <inkml:trace contextRef="#ctx0" brushRef="#br0" timeOffset="15226.34">8868 3850 0,'-40'40'16,"80"-80"-16,-120 80 0,120-80 47,-40-1-47</inkml:trace>
  <inkml:trace contextRef="#ctx0" brushRef="#br0" timeOffset="16346.34">14566 1764 0,'0'-40'47,"40"0"16,0 40-48,0 0 1,0 0-16,1 0 0,-1 0 0,0 0 16,0 0-16,0 0 0,0 0 0,0 0 0,0 0 15,1 0-15,-1 0 0,0 0 16,40 0-16,-40 0 0,40 0 0,1-40 0,-41 40 15,40-40-15,0 40 0,-40 0 16,41 0-16,-1-40 0,0 40 0,41 0 0,-41-41 16,40 41-16,1 0 15,-41 0-15,80-40 0,-39 40 0,-1 0 0,0 0 16,41 0-16,-81 0 0,81 0 16,-81 0-16,40 0 0,-39-40 0,-1 40 0,0 0 15,0 0-15,-40 0 0,1 0 0,39 0 0,-40 0 16,0 0-16,0-40 15,0 40-15,41 0 0,-41-40 0,40 40 0,0 0 16,1-40-16,39 40 0,-40 0 16,41 0-16,-1 0 0,0-40 0,1 40 0,-1 0 15,0 0-15,-39 0 16,39 0-16,0-40 0,1 40 0,-41 0 0,40 0 16,-39 0-16,-41-40 0,40 40 0,-40 0 0,0 0 15,0 0-15,1 0 0,-1 0 16,0 0 46,0 0-30</inkml:trace>
  <inkml:trace contextRef="#ctx0" brushRef="#br0" timeOffset="17426.27">15248 521 0,'0'0'0,"0"-40"15,40 40-15,-40-40 32,0 80 77,0 0-109,0 0 16,0 0-1,0 0-15,0 0 0,0 0 0,0 0 16,0 1 0,0-1-16,0 0 0,0 0 0,0 0 15,0 0-15,0 0 0,0 0 0,0 0 0,0 0 16,0 1-16,0 39 0,0-40 15,0 0-15,0 0 0,0 0 0,0 0 0,0 0 16,0 1-16,0-1 0,0 0 16,0 0-16,0 0 0,0 0 0,0 0 0,0 0 15,0 0-15,40 0 16,-40 1-16,0-1 0,0 0 0,0 0 16,0 0-16,40-40 0,-40 40 0,0 0 0,0 0 15,0 0-15,0 1 16,0-1-16,0 0 0,0 0 15,0 0 1,0 0-16,0 0 16,0 0-16,0 0 15,0 0 1,41-40 0,-41 41 30,0-1-30,40-40 0,-40 40-16</inkml:trace>
  <inkml:trace contextRef="#ctx0" brushRef="#br0" timeOffset="18256.149">15328 1684 0,'0'40'62,"0"0"-30,40-40 30,-40-40-46,0 80 31,0 0-16,-40-40-15,0 0-1,0 0-15,0 0 0,40-40 16,0 0-1,0 0 1,40 40 93</inkml:trace>
  <inkml:trace contextRef="#ctx0" brushRef="#br0" timeOffset="19126.09">15810 1203 0,'40'0'0,"-40"-41"16,0 1-1,0 0 63,0 0-62,0 0 0,0 0-16,0 0 0,0 0 31,40 40-31,-40 40 109,40 0-93,-40 0-1,0 0-15,0 0 0,0 0 16,0 0-16,0 1 0,0-1 16,0 0-16,-40-40 0,40 40 0,0 0 15,0 0 1,-40-40-16,40 40 0,0 0 16,0 0-1,0 1 1,0-1-16,0 0 31,0 0-31,0 0 0,0 0 16,40-40-1,-40 40-15,0-80 47,0 0-47,0 0 0,0 0 16,0 0-16,0 0 15</inkml:trace>
  <inkml:trace contextRef="#ctx0" brushRef="#br0" timeOffset="20196.03">16532 681 0,'0'-40'16,"40"0"-1,-40 0-15,0 0 16,0 0 0,40 40-16,-40-40 15,40 40 48,-40 40-16,0 0-16,0 0-31,0 0 0,0 0 16,0 0-16,0 0 15,0 0-15,-40 1 0,40-1 16,0 0-16,0 0 15,0 0-15,0 0 0,0 0 16,0 0-16,0 0 16,0 0-1,0 1 1,0-1-16,0 0 0,0 0 16,0 0-16,0 0 0,0 0 15,40-40 1,-40 40-16,0 0 31,0 1-15,0-1-1,0 0 32,0-80 31,0 0-62</inkml:trace>
  <inkml:trace contextRef="#ctx0" brushRef="#br0" timeOffset="20796.08">17174 842 0,'0'-40'16,"0"80"78,0 0-79,0 0 1,0 0-16,0 0 16,0 0-1,0 0-15,0 0 0,0 0 16,0 1-1,0-1-15,0 0 32,0 0-32,0 0 15,0 0 1,40-40-16,-40 40 0,0 0 16,0 0-16,0 1 0,0-1 31,40-40-16,-40-40 1,0-1 15,-40 41-31</inkml:trace>
  <inkml:trace contextRef="#ctx0" brushRef="#br0" timeOffset="21666.03">17615 1684 0,'0'-40'32,"0"0"61,41 40-46,-41-40-47,40 40 16,-40-41-16,40 41 31,-40 41 32,0-1-32,0 0-31,0 0 16,0 0-16,40-40 0,-40 40 15,0 0-15,0 0 16,0 0-16,0 0 31,0 1 78,-40-41-77</inkml:trace>
  <inkml:trace contextRef="#ctx0" brushRef="#br0" timeOffset="22835.87">18659 1483 0,'-40'0'16,"40"-40"15,0 0-15,0 0 15,0 80 79,0 0-95,0 0 1,0 0-16,0 1 0,0-1 15,0 0 1,0 0-16,0 0 0,0 0 16,0 0-1,0 0-15,0 0 0,0 0 16,0 1-16,0-1 0,0 0 16,0 0-1,0 0 16,0 0-31,0 0 16,0 0 0,0 0-1,0 1 188,0-1-78,0 0-109,0 0 0,0-80 15,0 0-31</inkml:trace>
  <inkml:trace contextRef="#ctx0" brushRef="#br0" timeOffset="23785.809">19341 1283 0,'0'40'94,"0"0"-78,0 0 15,0 0-31,0 0 15,0 0 1,0 1-16,0-1 0,0 0 16,0 0-1,0 0-15,0 0 0,0 0 0,0 0 16,0 0-16,0 0 0,0 1 16,0-1-16,0 0 0,0 0 15,0 0-15,0 0 16,0 0-1,-40-40 376,0 0-375</inkml:trace>
  <inkml:trace contextRef="#ctx0" brushRef="#br0" timeOffset="24535.77">20103 1243 0,'0'-40'16,"0"-1"31,0 82 15,40-41-62,-40 40 16,0 0-16,41 0 16,-41 0-1,0 0-15,0 0 0,0 0 16,0 0-1,0 1-15,0-1 0,0 0 32,0-80 15,0 0-47</inkml:trace>
  <inkml:trace contextRef="#ctx0" brushRef="#br0" timeOffset="26705.649">15649 3128 0,'-40'0'219,"40"40"-219,-40-40 16,40 40-1,-40-40-15,40 40 0,-40-40 0,0 40 16,0-40-16,-1 40 16,1-40-16,0 0 0,0 40 0,0-40 15,40-40 17,40 40-17,-40-40-15,0 0 16,40 40-1,-40-40 1,40 40-16,0 0 16,1 0-1,-1 40 1,-40 0 0,40-40-16,-40 40 15,40-40-15,-40 40 0,0 0 16,40-40-1,-40 40-15,40-40 32,-40 41-17,40-41 1</inkml:trace>
  <inkml:trace contextRef="#ctx0" brushRef="#br0" timeOffset="27095.62">15609 3328 0,'-40'0'15,"80"0"63,0 0-62,0 0 0,-40 40-16,41-40 0,-1 0 15,0 0 1,0 0-16,0 0 15,-40 40 48</inkml:trace>
  <inkml:trace contextRef="#ctx0" brushRef="#br0" timeOffset="27605.59">15850 3288 0,'0'0'0,"40"0"109,-40-40-62,40 40-47,0 0 16,0 0-1,1 40 17,-41 0-17,0 0 1,40-40-16,-40 40 16,40-40-16,-40 40 0,-40-40 62,40 41-31,-40-41-31,40 40 0,-41-40 16,41 40-16,-40-40 0,40 40 0,-40-40 16,40 40-1,-40-40-15,0 0 0</inkml:trace>
  <inkml:trace contextRef="#ctx0" brushRef="#br0" timeOffset="28935.5">15730 4010 0,'40'0'15,"0"0"173,0 0-157,0 0-15,0 0-16,0 0 15,0 0 1,1-40-16,-1 40 0,0 0 0,0 0 15,0-40-15,0 40 16,0 0-16,0 0 0,1 0 0,-1 0 16,-80 0 109</inkml:trace>
  <inkml:trace contextRef="#ctx0" brushRef="#br0" timeOffset="29645.55">16131 4010 0,'40'0'16,"-40"40"93,0 0-93,-40 0-1,0 0-15,40 0 16,-40-40-16,40 41 0,0-1 16,0 0-1,0 0-15,0 0 16,0 0-1,0 0 1,0-80 47,0 0 46,0 0-31</inkml:trace>
  <inkml:trace contextRef="#ctx0" brushRef="#br0" timeOffset="38844.92">6741 2446 0,'0'-40'0,"-120"0"15,240 80 1,-160-80 0,40 80-16,-80-40 0,160 0 15,-160-40-15,160 80 0,-160-40 16,160 0-16,-120 0 47,80 0-47,-40-40 0,0 80 15,-40-40 1,80 0-16,-120 0 16,160 0-16,-160-40 0,160 80 0,-240-120 0,320 120 15,-280-80-15,240 80 0,-120-80 0,0 40 0,-40-41 16,80 82-16,-40-82 31,-40 1-15,80 80-16,-80-40 0,40-40 0,0 40 15,-40 0 1,80 0-16,-80-40 0,80 80 0,-80-40 16,80 0-1,-80 0 1,80 0-16,-80 0 0,80 40 16,-40-80-16,0 80 0,0-80 15,0 121-15,-40-81 0,80 40 0,-160-80 0,240 120 16,-240-120-16,240 120 15,-120-40-15,0 0 0,-40-40 0,80 40 0,-40 0 16,0-40-16,-80 0 0,160 80 16,-160-39-16,160-41 0,-200 40 0,240 0 0,-160-40 15,80 40-15,-40 0 0,0 0 0,-120-80 0,240 120 16,-120-40-16,0 0 16,-120-40-16,240 41 0,-160-1 0,40 0 0,0 0 15,0 0-15,-40 0 0,80 0 16,-201-40-16,282 80 0,-121-40 0,0-40 0,0 41 15,0-1-15,0 0 16,0 0-16,0 0 0,0 0 0,-81-80 0,122 120 16,-82-40-16,82 0 0,-82-40 15,82 41-15,-41-1 0,0 0 0,0 0 16,0 0-16,0-40 0,0 40 0,0 0 0,0 0 16,0 0-1,0 0-15,0 1 0,0-1 0,0 0 16,0 0-16,0 0 15,0 0-15,-41 0 0,41 0 0,0 0 16,0 1-16,0-1 16,0 0-16,0 0 0,0 0 15,0 0-15,0 0 0,0 0 0,0 0 16,0 0 0,0 1-16,0-1 0,0 0 0,0 0 15,0 0-15,0 0 16,0 0-16,-40 0 0,40 0 0,0 1 0,0-1 15,0 0-15,0 0 0,0 0 16,0 0-16,0 0 0,0 0 16,0-80 31,40 40-47,-40-40 15</inkml:trace>
  <inkml:trace contextRef="#ctx0" brushRef="#br0" timeOffset="39614.95">5377 4812 0,'0'0'15,"-40"0"-15,80 0 79,0 0-79,0 0 15,0 40-15,0-40 16,1 0-16,-1 0 0,0 40 0,0-40 0,40 0 15,-40 0-15,41 0 0,-1 0 16,-40 0-16,40-40 0,0 40 0,1 0 0,-1 0 16,0 0-16,0-40 15,41 40-15,-1 0 0,1 0 0,-1 0 0,0 0 16,41-40-16,-41 40 0,41 0 0,-41 0 0,41-40 16,-121 40-16,201 0 0,-362 0 15,563 0-15,-603 0 0,643-40 0,-683 40 0,723 0 16,-723 0-16,682 0 15,-882-161-15,1003 282 0,-482-121 0,1 0 0,-41 0 16,0 0-16,1 0 0,-1 0 16,-80-40-16,120 40 0,-160 0 0,160 0 0,-79 0 15,39 0-15,-40 0 0,0 0 0,0-41 0,0 41 16,0 0-16,1 0 16,-1 0-16,0 0 0,0 0 0,0 0 15,0 0-15,0 0 16,1 0-16,-1 0 15,0 0 17,-40-40-17,40 40 1,0 0 0,-80 0 15</inkml:trace>
  <inkml:trace contextRef="#ctx0" brushRef="#br0" timeOffset="40414.91">6380 4331 0,'0'-40'16,"0"0"-1,0-1 32,40 41-16,0 0-31,-40-40 32</inkml:trace>
  <inkml:trace contextRef="#ctx0" brushRef="#br0" timeOffset="41244.86">6581 4090 0,'0'0'16,"0"-40"46,0 0-15,0 0 141,0 0-141,0 80 78,0 0-125,0 0 15,0 0 1,0 0-1,0 0 1,-40-40-16,40 40 0,0 1 16,0-1-16,0 0 15,0 0-15,0 0 16,0 0-16,0 0 16,-41-40-1,41 40-15,0 0 0,0 1 16,0-1-16,0 0 15,0 0-15,0 0 16,0 0 0,0 0-16,0 0 15,0 0 1,0 0 0,0-80 15</inkml:trace>
  <inkml:trace contextRef="#ctx0" brushRef="#br0" timeOffset="41834.74">7183 4090 0,'0'40'125,"0"0"-110,0 0-15,0 1 0,0-1 16,0 0 0,0 0-16,0 0 0,-41 0 15,41 0-15,0 0 16,0 0-16,0 41 0,0-41 15,0 0-15,0 0 0,0 0 16,0 0-16,0 0 16,41-40-16,-41 40 0,40-40 31,0 0-31,-40-40 0,40 0 16</inkml:trace>
  <inkml:trace contextRef="#ctx0" brushRef="#br0" timeOffset="42344.789">7865 4090 0,'0'40'32,"0"0"15,0 0-32,0 1 1,0-1-16,0 0 15,0 0-15,0 0 16,0 0-16,0 0 0,0 0 0,0 0 16,0 1-16,0-1 0,40 0 0,-40 0 15,0 0 1,0 0-16</inkml:trace>
  <inkml:trace contextRef="#ctx0" brushRef="#br0" timeOffset="42834.75">8627 4050 0,'40'0'15,"-40"40"32,0 0-47,0 0 16,0 0-16,0 1 16,0-1-16,40 0 0,-40 0 15,0 0 1,0 0-16,0 0 0,0 0 15,0 0 1,0 1-16,0-1 16,0 0-16</inkml:trace>
  <inkml:trace contextRef="#ctx0" brushRef="#br0" timeOffset="43294.68">9590 4130 0,'0'0'0,"0"40"78,40-40-78,-40 40 16,0 1-16,0-1 16,0 0-16,0 0 0,0 0 0,0 0 15,40-40-15,-40 40 16,0 0-16,0 0 0,0 1 0,0-1 15,0 0 1,-120-40-16,240 0 0,-240 0 16,240 0-16,-240 0 0,200 0 0</inkml:trace>
  <inkml:trace contextRef="#ctx0" brushRef="#br0" timeOffset="43714.68">10312 4050 0,'41'0'31,"-41"-40"-31,40 40 16,-40-40-16,40 40 16,-40 40 15,0 0-16,0 0-15,0 0 0,0 0 16,0 0-16,0 1 16,0-1-16,0 0 0,0 0 15,0 0-15,0 0 0,0 0 16,-80-40-16,80 40 16,-41-40-16</inkml:trace>
  <inkml:trace contextRef="#ctx0" brushRef="#br0" timeOffset="45554.52">11195 4371 0,'40'0'0,"-40"-40"16,41 40 0,-41-40-16,40 40 0,-40-40 140,0-1-124,40 41-16,-40-40 0,40 40 15,-40-40-15,40 0 0,0 0 16,-40 0-16,0 0 16,40 0-16,-40 0 0,0 0 0,40-1 0,-40 1 15,0-40-15,41 40 0,-41-40 0,0 40 0,0-41 16,40 1-16,-40 40 0,0-40 16,0 0-16,0 40 0,40 0 0,-40-41 0,0 41 15,0 0-15,40 0 16,-40 0-16,0 0 15,40 40-15,-40-40 0,0 0 16,0-1-16,0 1 0,0 0 16,0 0-16,0 0 0,0 0 15,0 0 1,0 0-16,0 0 31,0 0 16,0-1-31,-40 41-1,40-40-15,0 0 32,-40 80 249,0-40-266,40 40-15,-40-40 16,40 41-16,-41-41 0,41 40 0,-40-40 0,0 40 16,0 0-16,0 0 0,0 0 15,0-40 1,40 40-16,40-40 31,0-40-31,40 0 16,-80 0-1,40 0-15,0 40 0,1-40 0,-41 0 0,40-1 16,0 1-16,-40 0 16,40 40-16,-40-40 0,40 0 15,-40 0-15,40 40 16,0 0 15,0 0-15,-40 40-16,41-40 0,-41 40 15,40-40-15,0 40 16,-40 0 0,0 0-16,40-40 0,-40 41 0,0-1 15,40-40-15</inkml:trace>
  <inkml:trace contextRef="#ctx0" brushRef="#br0" timeOffset="47704.39">20906 1243 0,'0'-40'0,"0"80"110,80-40-110,-80 40 0,0 0 15,40-40-15,-40 40 16,40 0-16,-40 0 16,40-40-16,-40 40 15,0 0-15,41-40 0,-41 41 0,0-1 16,40 0-16,0-40 0,-40 40 15,40 0-15,0-40 16,0 0-16,0 0 16,0-40-16,1 40 0,-1-40 0,0 0 15,40 0-15,0-1 0,1 1 0,-1 0 0,0-40 16,41 40-16,-41-40 16,40-1-16,1 41 0,-1-40 0,40 40 0,-39 0 15,39-40-15,1 40 0,-1 0 16,1 40-16,-1-41 0,1 1 0,-1 40 0,41-40 15,-41 40-15,1-40 16,-1 40-16,1-40 0,-41 40 0,1 0 0,-1-40 16,-40 40-16,1 0 0,-41 0 0,0 0 0,0 0 15,0 0-15,-80 0 47,0 0-47,0 0 16,0 0-1,-1 0-15,1 0 32,0 0-32,0 0 15,0 0-15,0 0 0,0 0 16,0 0-16,-1 0 0,-39 0 16</inkml:trace>
  <inkml:trace contextRef="#ctx0" brushRef="#br0" timeOffset="203145.37">28369 842 0,'40'-40'31,"41"40"-15,-41 0-1,0 0-15,0 0 0,-40-41 0,40 41 16</inkml:trace>
  <inkml:trace contextRef="#ctx0" brushRef="#br0" timeOffset="204775.27">28409 601 0,'0'40'109,"0"0"-78,0 0-15,-40-40 15,0 0-31,0 0 16,40-40-1,0 0-15,40 40 16,-40-40 0,40 0-16,0 40 0,1-40 15,-1 40-15,0 0 16,0 0 0,-40 40 15,0 0-16,-40-40 17,80 40 30,-80-40 1,0 0-63,40-40 15,0 0-15,-40 40 0,40-40 32</inkml:trace>
  <inkml:trace contextRef="#ctx0" brushRef="#br0" timeOffset="205565.24">29613 641 0,'40'0'0,"-40"-40"32,41 40-32,-1 0 15,-80 0 79,-1 0-78,41 40-1,0-80 32,-40 40 31,40-40 16,0 80-63</inkml:trace>
  <inkml:trace contextRef="#ctx0" brushRef="#br0" timeOffset="207015.16">29493 601 0,'0'0'0,"40"0"78,0 0-62,0 0-1,-40 40 16,0 0-15,-40-40 0,0 40-16,0-40 15,0 0-15,40-40 32,40 40-32,-40-40 15,40 40-15,-40-40 16,40 40-16,0 0 0,-40-40 0,40 40 15,1 0 1,-82 0 31,1 0-31,80 0 30,-40 40-14,41-40-32,-41 40 15,40-40-15,-80 0 32,-1 0-17,1 0 1,0-40-16,40 0 31,40 40 0,-40 40 1,-40-40 14,40 40-46,-40-40 0,0 0 16,0 0 0,40-40 15,40 40-15,0 0-1,0 0 1,-40 40 31,-40-40-32,0 0 1,40-40 0,0 0-1,0 80 48,40-40-48,-40 40-15,0 0 32,40-40 30</inkml:trace>
  <inkml:trace contextRef="#ctx0" brushRef="#br0" timeOffset="208125.17">30978 641 0,'-41'0'63,"1"0"30,0 0-77,40-40 0,-40 40-16,0 0 140,0 0-140,40-40 16,40 40 62,-40 40-47,40-40 47,0 0-62,0 0 0,-40 40 15,-40-40-31,0 0 16,0 0-16,0 40 0,0-40 15,0 0 1,40-40 15,40 40-15,-40-40-1,40 40-15,0 0 16,-40 40 15,40-40-15</inkml:trace>
  <inkml:trace contextRef="#ctx0" brushRef="#br0" timeOffset="208965.03">31579 641 0,'0'-40'15,"41"40"-15,-41-40 32,40 40 30,-40 40-46,-40-40 31,-1 0-32,82 0 32,-1 0-47,0 0 16,0 0-16,0 0 15,-80 0 32,0 0-47,0 0 16,0 0 0,-1 0-16,82 0 46,-1 0-30,0 0-16,0 0 0,0 0 31,-80 0 1,40-40 14,0 80 33,0 0-79</inkml:trace>
  <inkml:trace contextRef="#ctx0" brushRef="#br0" timeOffset="210125.05">28369 1483 0,'0'40'15,"0"1"95,-40-41-110,0 0 15,40 40-15,-40-40 0,80 0 47,0 0-31,0 0-1,0 0-15,1 0 0,-1 0 16,-40 40 15,-40-40 1,80 0 61,-40 40-77,40-80 46</inkml:trace>
  <inkml:trace contextRef="#ctx0" brushRef="#br0" timeOffset="210785.01">29894 1564 0,'0'-41'0,"-40"41"47,40 41-15,0-1-17,0 0 1,-40-40-16,40 40 0,0-80 62,0 0-46,0 0 0,40 40-1,-40 40 16,0 0-15,-40 0 0,0-40-1,0 0-15,0 0 0,-1 0 16,1-40 0,40 0 15,81 40 0,-41 40-15</inkml:trace>
  <inkml:trace contextRef="#ctx0" brushRef="#br0" timeOffset="211444.879">30777 1724 0,'40'0'62,"0"0"-30,0 0-32,-40 40 31,-40-40-15,0 0-16,40 40 0,-40-40 15,40-40 32,40 40-47,-40-40 0,40 40 16,0-40-16,0 40 15,-80 0 32,0 40-47,0-40 0,0 0 16,80 0 31,0 0-47,0-40 15,0 40-15,1 0 0</inkml:trace>
  <inkml:trace contextRef="#ctx0" brushRef="#br0" timeOffset="212334.91">31981 1644 0,'0'40'93,"-40"-40"-61,40 40-32,-41-40 15,1 0 16,80 0 1,-40-40-32,41 40 47,-41 40-47,0 0 15,-81-40 1,41 0-1,0 0 1,40-40 0,0 0-1,40 40 1,-40-40-16,40 40 0,-40 40 47,0 0-32,-40-40 1,40 40-16,-40-40 16,40 40-16,-40-40 15,0 0-15,40-40 32,0 0-32,0 0 15,40 40-15,-40-40 16,40 40-16,-40 40 47,0 0-16,-40-40-31</inkml:trace>
  <inkml:trace contextRef="#ctx0" brushRef="#br0" timeOffset="213594.78">28369 2646 0,'0'-40'31,"40"40"-15,1 0-1,-41-40 1,-41 40 78,41-40-63,41 40-16,-1-40-15,0 40 16,0 0-16,0-40 0,0 40 16,-40 40 31,-40-40-47,40 40 15,-40-40-15,0 0 0,0 0 16,40 40-16,-40-40 15,80 0 32,0 0-31,0 0 0,-40 40 15,-40-40-31,0 0 31,0 0-31,40-40 31,0 0-15,40 40-16,0 0 16,0 0-1</inkml:trace>
  <inkml:trace contextRef="#ctx0" brushRef="#br0" timeOffset="214374.75">29694 2606 0,'40'0'15,"0"0"17,0 0-1,0 0-16,0 0 1,-80 0 62,0 0-62,40-40-1,40 40 48,0 0-47,0 0-1,-40 40-15,0 0 16,-80-40 15,40-40-15,40 0-1,0 0 1,80 40 15,-40 40 0</inkml:trace>
  <inkml:trace contextRef="#ctx0" brushRef="#br0" timeOffset="-214372.07">30937 2686 0,'0'-40'31,"41"40"-31,-1 0 16,0 0 31,-40 40-1,-40-40-46,0 0 16,-1 0 0,1 0-1,40-40 17,40 40-32,-40-40 0,41 40 15,-1 0-15,0 0 31,-40 40-15,-40-40 0,0 40-16,-1-40 0,1 0 15,0 0 1,80 0 15,0 0-15</inkml:trace>
  <inkml:trace contextRef="#ctx0" brushRef="#br0" timeOffset="-213722.02">31860 2606 0,'0'0'0,"40"0"46,-40 40 17,0-80-1,0 0-46,41 40 0,-1 0-16,0 0 47,-40 40-47,-40-40 31,0 0-31,40 40 0,-41-40 15,1 0-15,0 0 16</inkml:trace>
  <inkml:trace contextRef="#ctx0" brushRef="#br0" timeOffset="-208082.34">26122 1523 0,'0'-40'15,"-40"40"-15,0 0 94,40 40-78,0 1-1,40-41 1,-40 40-16,40-40 0,0 0 16,-40 40-16,41-40 15,-1 0-15,0 40 0,0-40 16,0 0-16,0 0 0,0 40 15,0-40-15,1 0 0,-1 0 16,0 0 0,0 0-16,0-40 15,0 0-15,0 0 0,-40 0 16,40 40-16,-40-41 0,41 1 16,-1 0-16,0 40 0,-40-40 0,0 0 15,40 40-15,-40-40 16,40 40-16,-40-40 0,40 0 0,0 40 15,-40-40-15,40 40 16,1 0-16,-1 0 16,0 40-16,-40 0 31,40-40-31,-80 0 94,0 0-94,0 0 0</inkml:trace>
  <inkml:trace contextRef="#ctx0" brushRef="#br0" timeOffset="-192873.29">28771 2887 0,'0'40'15,"0"0"79,0 0-47,0 0-16,-41-40-31,1 0 16,40 41-16,-40-41 0,0 40 0,0-40 16,40 40-1,-40-40-15,0 0 0,0 0 16,40-40 46,0 80 1,40-40-48,0 0 1,-40 40-16,40-40 0,0 0 16,-40 40-16,40-40 0,0 0 15,-40 40-15,40-40 16,1 40-16,-1-40 31,-40 40-31,40-40 0</inkml:trace>
  <inkml:trace contextRef="#ctx0" brushRef="#br0" timeOffset="-192253.33">28730 3248 0,'-40'0'16,"80"0"78,1 0-79,-1 0-15,0 0 16,0 0-16,0 0 0,0 0 16,0 0-1,1 0-15,-1 0 0,0 0 16,0 0-16,0 0 16,0 0-16,0 0 0,0 0 15,1 0 1,-41-40-16,40 40 15,0 0-15,-40-40 0,40 40 16,0 0-16,0 0 16,0 0-16,0 0 0,1 0 15,-41-40 1,40 40-16,0 0 16,0 0-1</inkml:trace>
  <inkml:trace contextRef="#ctx0" brushRef="#br0" timeOffset="-191813.36">29653 2927 0,'0'0'16,"-40"-40"-1,40 80 48,0 0-48,40-40-15,1 0 16,-1 0-16,-40 40 16,40-40-16,0 40 15,0-40 17,-40 41-32,-40-1 46,40 0-46,-40-40 0,40 40 16,-40-40-16,0 0 0,-1 40 0,41 0 16,-40-40-16,40 40 15,-40-40-15</inkml:trace>
  <inkml:trace contextRef="#ctx0" brushRef="#br0" timeOffset="-191293.39">30215 3128 0,'40'0'94,"0"-40"-94,1 40 0,-1 0 16,0 0-16,0 0 15,0 0-15,0 0 0,0 0 0,0 0 16,1 0-16,-41-41 0,40 41 0,0 0 0,0 0 16,0 0-1,0 0-15</inkml:trace>
  <inkml:trace contextRef="#ctx0" brushRef="#br0" timeOffset="-191023.34">30616 3088 0,'0'0'0,"-40"0"16,40 40-1,-40 0 16,40 40-15,-40-80-16,40 80 16,0-40-1,0 0-15,40 0 32</inkml:trace>
  <inkml:trace contextRef="#ctx0" brushRef="#br0" timeOffset="-190753.43">30817 3328 0,'0'0'0,"40"0"31,-40 40 1,0 0-17,0 0 1,-40-40-16,40 41 16,0-1-16,0 0 15,0 0 1,40-40-16</inkml:trace>
  <inkml:trace contextRef="#ctx0" brushRef="#br0" timeOffset="-189393.51">27808 1764 0,'0'-40'47,"-41"40"-16,41 40-15,-40 0 0,0-40-1,40 40-15,0 0 0,-40-40 16,40 40-16,-40-40 16,40-40 46,80 40-62,-80-40 16,0 0-1,40 40-15,-40-40 0,40 40 0,-40-40 0,41 40 16,-1-40 0,0 80 30,0-40-46,0 40 16,40-40-16,-40 0 16,1 0-16,-1 40 0,0-40 15,0 0 1,0 0-16,0 0 0,-40 40 0,40-40 16,0 0-16,1 0 15</inkml:trace>
  <inkml:trace contextRef="#ctx0" brushRef="#br0" timeOffset="-188773.54">27848 1764 0,'0'40'172,"0"0"-172,-81-40 16,81 40-16,0 0 16,0 1-16,0-1 0,0 0 15,0 0 1,-40-40-16,40 40 0,0 0 15,0 0-15,0 0 16,0 0 0,0 1-1,0-1 1,0 0 0,40-40 15</inkml:trace>
  <inkml:trace contextRef="#ctx0" brushRef="#br0" timeOffset="-187993.58">27366 2446 0,'40'0'125,"-40"40"-125,40-40 15,1 0-15,-1 0 16,-40 40-16,40-40 16,0 0-16,-40 40 15,40-40-15,0 0 63,-40-40-1,40 40-46,-40-40-1,40 40-15,-40-40 16,41 40-16,-1 0 0,0-40 0,0 40 16,0-40-1,-80 40 63</inkml:trace>
  <inkml:trace contextRef="#ctx0" brushRef="#br0" timeOffset="-187233.63">26283 2125 0,'0'40'32,"40"-40"93,0 0-110,0 0-15,0 0 0,0 0 16,1 0-1,-1 0-15,0 0 0,0 0 0,0-40 0,0 40 16,0 0-16,0 0 0,1 0 16,-1 0-1,-40-40-15,40 40 16</inkml:trace>
  <inkml:trace contextRef="#ctx0" brushRef="#br0" timeOffset="-186863.57">26564 2165 0,'0'40'15,"0"0"63,0 0-62,0 1 0,0-1-16,0 0 15,0 0 1,0 0 0,40-40 30</inkml:trace>
  <inkml:trace contextRef="#ctx0" brushRef="#br0" timeOffset="-186193.7">26804 2366 0,'41'0'16,"-1"0"31,0 0-32,0 0-15,0 0 16,-40 40 0,0 0-1,-40-40 17,40 40-32,-40-40 0,40 40 31,-40-40-31,0 0 0,40 40 15,40-40 48,-40-40-47,40 40-16,0 0 15,0 0-15,0 0 16,0-40-1,0 40-15,1 0 0,-1 0 16,0 0-16,0 0 0,0 0 16,-80 0 31</inkml:trace>
  <inkml:trace contextRef="#ctx0" brushRef="#br0" timeOffset="-162405.02">31539 3368 0,'40'0'234,"1"0"-234,-1 0 0,0 0 16,0 0 0,0 0-16,0 0 0,0 0 0,0 0 15,1 0-15</inkml:trace>
  <inkml:trace contextRef="#ctx0" brushRef="#br0" timeOffset="-161775.06">31579 3208 0,'-40'0'0,"0"0"109,0 0-77,0 0-32,0 40 15,40 0-15,-40 0 31,40 0-15,0 0 15,40-40 16,0 0-31,-40 40-1,0 1 1,0-1-16,0 0 0,40-40 16,-40 40-1,0 0-15,40 0 16,0-40-16,0 0 16,1 0-16,-1 0 15</inkml:trace>
  <inkml:trace contextRef="#ctx0" brushRef="#br0" timeOffset="-160805.12">32141 3168 0,'40'0'31,"0"-40"-31,-40 80 62,41 0-46,-41 0-16,40-40 16,-40 40-1,0 0-15,40 0 0,0-40 16,-40 40 0,0 0-16,40-80 62,-40 0-46,0 0-1,40 40 1,-40-40-16,40 40 0,-40-40 16,40 40-1,1 0 1,-41 40 15,0 0-31,40-40 16,-40 40-1,0 0 1,40-80 46,-40 0-30,40 40-32,-40 40 47,40-40-16,-40 40-31,40-40 0,-40 40 15,0 1 1</inkml:trace>
  <inkml:trace contextRef="#ctx0" brushRef="#br0" timeOffset="-160185.16">32904 3208 0,'40'0'16,"0"0"-1,0 40 1,-40 0 15,0 0-31,0 0 32,-40 0-32,80-40 78,-40-40-78,40 40 15,-40-40 1,40 40-16,0 0 16,-40 40-1,0 0 1,0 0 15,0 1-15,41-41-1,-41-41 1,40 41 0,-40-40-16,40 40 0,-40-40 0,40 40 15,-40 40 16,40-40-31,-40 40 0,0 1 16,0-1-16,0 0 16,40-40-16,-40 40 0,0 0 0,0 0 15,-40 0 1</inkml:trace>
  <inkml:trace contextRef="#ctx0" brushRef="#br0" timeOffset="-158885.19">25601 2486 0,'-40'0'0,"-1"0"47,82 0 62,39 0-78,-40 0-31,0 0 0,0 0 0,0 0 16,0 0-16,1 0 0,-1 0 15,0 0-15,0 0 0,0 0 0,0 0 16,0 0 0,0 0-16,1-40 0,-1 40 15,0 0 1</inkml:trace>
  <inkml:trace contextRef="#ctx0" brushRef="#br0" timeOffset="-158485.22">26082 2366 0,'-120'0'31,"240"0"-16,-280 0-15,120 0 32,80 0 15,0 0-47,0 0 15,0 0 1,0 40-16,0-40 0,0 0 15,1 0-15,-1 0 16,0 40-16,0-40 16,0 0-1,-80 0 32,0 40-47,0-40 16,0 0-16,-1 0 15,1 40-15,0-40 0,0 0 0</inkml:trace>
  <inkml:trace contextRef="#ctx0" brushRef="#br0" timeOffset="-157235.29">24076 2205 0,'40'0'62,"-40"-40"-62,40 40 0,0 0 16,0 0-1,0 0-15,1 0 16,-1 0 0,0 40-1,-40 0-15,0 0 16,0 1-1,0-1 1,0 0 0,0 0 15,0-80 0,0 0-15,0 0-16,0-1 31,40 1-31,0 40 31,0 0 1,0 0-32,-40 40 15,40-40-15,-40 41 16,0-82 62,0 1-62,41 40-1,-41-40-15,40 40 16,0-40-16,0 40 31,0 40-15,0-40-1,-40 40-15,40-40 0,0 0 16,-40 40-16,41-40 16,-41 41-16,0-1 46</inkml:trace>
  <inkml:trace contextRef="#ctx0" brushRef="#br0" timeOffset="-156415.25">25079 2085 0,'40'0'78,"-40"40"-78,0 0 15,0 0 17,40-40-17,-40-40 48,40 40-63,0-40 15,1 40 1,-41-40-16,40 40 16,0 0-1,-40 40 1,0 0 0,0 0-16,40-40 0,-40 40 15,0 0-15,0-80 63,0 0-48,40 40 1,-40-40-16,40 0 0,0 40 16,-40-40-16,41 40 15,-1 0-15,0 0 16,0 0-16,0 0 15,-40 40 1,40-40-16,-40 40 0,40-40 16,0 0-1,1 0-15,-41 40 0,-41-40 78,41-40-78,0 0 63,-40 40-63</inkml:trace>
  <inkml:trace contextRef="#ctx0" brushRef="#br0" timeOffset="-150825.67">29854 2727 0,'40'0'16,"-120"0"171,80-41 829,40 41-860</inkml:trace>
  <inkml:trace contextRef="#ctx0" brushRef="#br0" timeOffset="-149055.69">30897 2646 0,'-40'0'79,"40"40"311,0-80 423</inkml:trace>
  <inkml:trace contextRef="#ctx0" brushRef="#br0" timeOffset="45512.75">13161 4331 0,'-40'0'63,"40"40"249,0 0-296,-80 0-16,80 0 0,0 0 16,0 0-16,0 1 0,0-1 0,0 0 15,0 0-15,0 0 16,0 0-16,0 0 16,0 0-1,-40 0-15,40 0 0,0 1 16,-40-1-1,40 0-15</inkml:trace>
  <inkml:trace contextRef="#ctx0" brushRef="#br0" timeOffset="46302.689">11958 5534 0,'-40'0'16,"40"-40"140,40 40-156,0 0 16,0 0 0,0 0-16,0 0 0,40-40 0,-39 40 0,-1 0 15,40-40-15,0 40 0,0 0 16,-39 0-16,39 0 0,0-40 0,0 40 0,1 0 15,-41 0-15,40-41 16,0 41-16,-40 0 0,41 0 0,-41-40 0,0 40 16,0 0-16,40 0 0,-40 0 0,0-40 0,1 40 15,-1 0-15,0 0 16,0-40-16,40 40 0,-40 0 0,0 0 16,1-40-16,-1 40 15,0 0-15,0 0 0,0-40 16,0 40-1,0-40-15,0 40 32</inkml:trace>
  <inkml:trace contextRef="#ctx0" brushRef="#br0" timeOffset="46812.75">12720 5694 0,'0'0'16,"-80"40"0,40-40-1,0 0 17,-1 0-17,82 0 48,-1 0-48,0 0-15,0 0 16,40 0-16,-40 0 0,41 0 0,-41 0 16,40 0-16,0-40 15,0 40-15,1 0 0,-1 0 0,-40 0 0,40 0 16,-40-40-16,1 40 0,-1 0 15,0 0-15,0 0 0,0-40 0,0 40 32</inkml:trace>
  <inkml:trace contextRef="#ctx0" brushRef="#br0" timeOffset="47142.64">13161 5734 0,'0'0'15,"-40"0"-15,40-40 16,0 0 15,0 80 32,0 0-63,0 1 0,0-1 15,0 0-15,0 0 0,0 0 16,0 0 0,0 0-16,0 0 0,-40 0 0,40 1 0,-40-41 15,40 40-15,-40 0 0,40 0 16,-40-40-16,40 40 0,0 0 0,0 0 15,-40-40-15,40 40 16</inkml:trace>
  <inkml:trace contextRef="#ctx0" brushRef="#br0" timeOffset="47722.6">13563 6216 0,'-40'0'109,"40"40"-109,-41 0 16,41 0-16,0 0 0,-40-40 0,40 40 15,0 0-15,0 0 0,-40 1 16,40-1-16,0 0 0,0 0 0,0 0 16,-40 0-1</inkml:trace>
  <inkml:trace contextRef="#ctx0" brushRef="#br0" timeOffset="49942.47">15649 4692 0,'-40'0'344,"0"0"-329,0 0-15,0 0 16,0 0-16,0 0 0,-1 0 0,1 0 0,0 0 16,0 0-16,0 0 15,-40 0-15,40 0 0,-1 40 0,1-40 0,0 0 16,0 40-16,0-40 0,-40 0 16,40 0-16,-1 0 0,1 40 0,0-40 15,0 0 1,0 0-16,0 0 31,40 40-15,-40-40-1,-1 0 1,41 40 15,0 0 32,41-40-63,-41 40 0,40-40 15,0 0-15,0 0 0,0 0 0,0 41 0,0-41 16,1 0-16,39 0 16,-40 40-16,0-40 0,0 0 0,40 0 0,-39 0 15,-1 0-15,0 0 0,0 0 16,0 0-16,-40 40 0,40-40 0,0 0 0,0 0 15,1 0-15,-1 0 16,0 0-16,-40 40 16,-40 0 15,0-40-31,40 40 0,-41 0 0,1-40 16,0 40-16,0-40 15,40 40-15,-40-40 0,0 41 0,0-1 16,0-40-16,40 40 0,-41-40 15,1 40-15,0-40 0,0 40 0,0-40 16,0 40-16,0-40 0,0 40 16,-1-40-1,1 0-15,40 40 0,-40-40 32,40 40-32,-40-40 15,80 0 32,0 0-31,41 0-16,-41 0 15,0 0-15,0 0 16,0-40-16,0 40 0,0 0 16,0 0-16,1 0 15,-1 0-15,0 0 0,0 0 0,0-40 16,0 40-16,0 0 15,0 0-15,1 0 0,-1 0 0,0 0 16,0 0-16,0 0 0,0-40 16,0 40-16,0 0 15,1 0 1,-1-40 0,0 40-16,0 0 15,0 0 1,0 0-16,0 0 15,0 0 1,1 0 0,-1 0 15,0 0 16,-80 0 47,0 0-63,-1 0 0,1 0-15,0 0-1,0 0 1</inkml:trace>
  <inkml:trace contextRef="#ctx0" brushRef="#br0" timeOffset="51562.37">16412 4531 0,'0'-40'0,"-40"40"0,80 0 219,0 40-204,0 0 1,0-40-16,0 41 0,0-41 0,0 40 0,1 0 16,-1-40-16,40 0 0,-40 40 15,0-40-15,0 40 0,0-40 0,1 0 0,39 0 16,-40 40-16,0-40 15,0 0-15,0 0 0,0 40 0,1 0 16,-41 0 0</inkml:trace>
  <inkml:trace contextRef="#ctx0" brushRef="#br0" timeOffset="51882.39">17094 4451 0,'0'0'0,"0"-40"31,0 0-15,-40 80 15,0 0-15,40 0-1,-41-40-15,1 80 0,0-39 0,40-1 0,-40 0 16,0 0-16,0 0 0,0 0 16,40 40-16,-40-40 0,40 0 0,-41 1 0,41-1 15,-40 0-15,0 0 16,40 0-16,0 0 0</inkml:trace>
  <inkml:trace contextRef="#ctx0" brushRef="#br0" timeOffset="52502.32">17977 4170 0,'-41'0'47,"1"0"-15,0 0-32,40 40 15,-40-40 1,0 0-16,40 41 0,-40-41 0,40 40 15,-40-40-15,0 40 0,-1 0 16,41 0-16,-40 0 0,40 0 0,0 0 16,0 0-16,0 1 0,40-1 0,1 0 15,-41 0 1,40-40-16,0 40 0,0 0 0,-40 0 0,40-40 16,0 40-16,-40 0 0,40-40 15,-40 40-15,40-40 0,-40 41 0,0-1 31</inkml:trace>
  <inkml:trace contextRef="#ctx0" brushRef="#br0" timeOffset="53582.25">18298 4411 0,'-40'0'0,"40"-40"16,-41 40-1,41 40 1,0 0 0,0 0-1,0 0-15,0 0 0,0 1 16,0-1-1,41-40-15,-41 40 0,40 0 0,0-40 16,0 0-16,0 0 31,0 0-15,-40-40 0,40 40-16,-40-40 0,0 0 15,40 40 1,-40-41-16,0 122 47,41-81-47,-41 40 0,40 0 15,0-40 1,0 0-16,0 0 16,0 0-1,-40-40-15,-40 0 31,40-41-31,-40 81 0,40-40 16,-40 40-16,40-40 0,-40 40 0,40-40 16,40 40 15</inkml:trace>
  <inkml:trace contextRef="#ctx0" brushRef="#br0" timeOffset="53942.27">19100 4491 0,'40'0'47,"0"0"-47,1 0 16,39 0-1,-40 0-15,0 0 0,0 0 0,0 0 16,0 0-16,1 0 0,-1 0 16,0 0-16,0-40 0,0 40 31,-80 0 0,0 0-15,0 0 15</inkml:trace>
  <inkml:trace contextRef="#ctx0" brushRef="#br0" timeOffset="55462.15">19943 3769 0,'40'0'78,"0"0"-62,0 0-16,0 0 0,0 0 15,1 0 1,-41 40-16,40-40 0,-40 41 0,40-1 0,0-40 16,-40 40-16,40-40 15,-40 40-15,0 0 0,40-40 0,-40 40 0,0 0 16,0 0-1,0 0-15,-40-40 0,0 0 16,40 40-16,-40-40 0,0 0 0,0 0 0,-1 0 16,1 0-1,0 0-15,40-40 16,0 0 0,-40 40-16,80 0 46,0 0-30,-40 40-16,81-40 0,-41 0 16,0 40-16,40-40 0,-40 41 0,0-1 0,0-40 15,1 0-15,-1 40 16,0-40-16,0 0 0,0 0 0,0 0 16</inkml:trace>
  <inkml:trace contextRef="#ctx0" brushRef="#br0" timeOffset="56022.119">20785 3890 0,'0'-40'16,"0"80"31,0 0-32,0 0 1,0 0-16,0 0 0,0 0 0,0 0 16,0 0-16,0 0 15,-40 1-15,40-1 31,0-80-15,0-1 15,0 1-31,0 0 0,0 0 16,0 0-16,0 0 0,40 0 16,-40 0-16,41 0 0,-1 0 0,-40-1 15,0 1 1,0 0-16,40 40 0,-40 40 47,0 0-47,40-40 15,-40 41-15,0-1 16,40-40-16,-40 40 0,40-40 0,-40 40 0,40-40 16,-40 40-16,40 0 0,-40 0 15,41 0-15,-41 0 16,40-40-1,-40 40-15</inkml:trace>
  <inkml:trace contextRef="#ctx0" brushRef="#br0" timeOffset="56372.159">20785 3769 0,'0'0'0,"0"-40"0,-40 40 31,80 0 0,1 0-31,39-40 16,-40 40-16,0 0 15,0 0-15,0-40 0,0 40 0,41 0 0,-41 0 16,0 0-16,0-40 0,0 40 0,0 0 0,0 0 16,1 0-16,-1 0 15,-80 40 17,40 0-17,-41-40 1,41 40-16,-40-40 0</inkml:trace>
  <inkml:trace contextRef="#ctx0" brushRef="#br0" timeOffset="56942.06">20143 4411 0,'0'40'15,"41"-40"79,-1 0-78,0 0-16,0 0 15,0 0-15,0 0 0,0 0 0,0 0 16,1 0-16,-1-40 0,0 40 0,0 0 0,40 0 16,-40-40-16,0 40 15,1 0-15,-1 0 0,40 0 0,-40 0 0,0-40 16,0 40-16,0 0 16,1 0-16,-1 0 78,-40-40-47</inkml:trace>
  <inkml:trace contextRef="#ctx0" brushRef="#br0" timeOffset="57442.03">20344 4652 0,'0'-40'0,"40"40"47,0 0-31,0 0-16,1 0 16,-1 0-16,0 0 0,0 0 15,0 0 1,0 0-16,0 0 0,0 0 0,1 0 15,-1 0-15,0 0 0,0 0 16,0 0-16,-40-41 0,40 41 0,0 0 0,0 0 16</inkml:trace>
  <inkml:trace contextRef="#ctx0" brushRef="#br0" timeOffset="57712.08">20585 4652 0,'0'-40'16,"40"40"-16,0 0 31,-40 40-16,40 80 1,-40 0 0,-40 1 15,0-121-31,40 40 0</inkml:trace>
  <inkml:trace contextRef="#ctx0" brushRef="#br0" timeOffset="61051.81">21748 4050 0,'0'40'188,"0"0"-173,0 0-15,0 0 0,0 1 0,0-1 16,0 0-16,0 0 0,0 0 16</inkml:trace>
  <inkml:trace contextRef="#ctx0" brushRef="#br0" timeOffset="61631.86">22150 4090 0,'0'0'16,"-40"40"46,0 0-46,-1-40-1,1 40-15,0-40 16,0 0-16,0 0 16,0 0-16,0 41 0,-1-41 15,1 0 16,40-41 1,40 41 46,1 0-47,-1 0-31,0 41 16,0-41-16,0 40 15,0-40-15,0 0 0,1 40 16,-1-40-16,0 0 16,0 40-16,0-40 0,0 0 15,-40 40-15,40-40 16,0 0-16,1 0 15</inkml:trace>
  <inkml:trace contextRef="#ctx0" brushRef="#br0" timeOffset="61991.77">22631 3729 0,'40'0'15,"-40"40"1,41-40-16,-1 0 16,-40 40-16,40 1 0,0-1 15,0 0-15,0-40 16,-40 40-16,0 0 0,40 0 0,-40 0 0,0 0 16,0 0-16,-40 0 0,40 1 15,-80 39-15,40-40 0,-40 0 0,39 0 0,1 0 16,-40 0-16</inkml:trace>
  <inkml:trace contextRef="#ctx0" brushRef="#br0" timeOffset="62931.77">15288 5855 0,'0'40'47,"0"0"-32,0 0 1,0 0-16,0 0 0,0 0 15,-40 1-15,40-1 0,-40-40 0,40 40 0,0 0 16,0 0-16,-40 0 0,0 0 16,0 0-16</inkml:trace>
  <inkml:trace contextRef="#ctx0" brushRef="#br0" timeOffset="63341.689">15569 5935 0,'0'0'0,"0"40"32,-40 0-17,-40 40 1,-41-39-1,41-1 17,40-40-1,40-40-31,40 40 62,0 0-62,40 40 16,-39-40-16,39 0 0,-40 0 16,0 0-16,0 0 15,0 40-15,0-40 0,1 0 0,-1 0 0,0 0 16,0 40-16,0-40 0,0 0 16,0 0-16,0 0 0,1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5454317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2143845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29827B-54BC-45D6-AF61-60A99E7A2B2E}" type="datetimeFigureOut">
              <a:rPr lang="en-IN" smtClean="0"/>
              <a:t>10/09/25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4197975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529827B-54BC-45D6-AF61-60A99E7A2B2E}" type="datetimeFigureOut">
              <a:rPr lang="en-IN" smtClean="0"/>
              <a:t>10/09/25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1181262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529827B-54BC-45D6-AF61-60A99E7A2B2E}" type="datetimeFigureOut">
              <a:rPr lang="en-IN" smtClean="0"/>
              <a:t>10/09/25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364399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529827B-54BC-45D6-AF61-60A99E7A2B2E}" type="datetimeFigureOut">
              <a:rPr lang="en-IN" smtClean="0"/>
              <a:t>10/09/25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382271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29827B-54BC-45D6-AF61-60A99E7A2B2E}" type="datetimeFigureOut">
              <a:rPr lang="en-IN" smtClean="0"/>
              <a:t>10/09/25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20642664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29827B-54BC-45D6-AF61-60A99E7A2B2E}" type="datetimeFigureOut">
              <a:rPr lang="en-IN" smtClean="0"/>
              <a:t>10/09/25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180212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29827B-54BC-45D6-AF61-60A99E7A2B2E}" type="datetimeFigureOut">
              <a:rPr lang="en-IN" smtClean="0"/>
              <a:t>10/09/25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73393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9597514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529827B-54BC-45D6-AF61-60A99E7A2B2E}" type="datetimeFigureOut">
              <a:rPr lang="en-IN" smtClean="0"/>
              <a:t>10/09/25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2ED530-397D-4AE0-8AF6-807480659E62}" type="slidenum">
              <a:rPr lang="en-IN" smtClean="0"/>
              <a:t>‹#›</a:t>
            </a:fld>
            <a:endParaRPr lang="en-IN"/>
          </a:p>
        </p:txBody>
      </p:sp>
    </p:spTree>
    <p:extLst>
      <p:ext uri="{BB962C8B-B14F-4D97-AF65-F5344CB8AC3E}">
        <p14:creationId xmlns:p14="http://schemas.microsoft.com/office/powerpoint/2010/main" val="3429407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29827B-54BC-45D6-AF61-60A99E7A2B2E}" type="datetimeFigureOut">
              <a:rPr lang="en-IN" smtClean="0"/>
              <a:t>10/09/25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2ED530-397D-4AE0-8AF6-807480659E62}" type="slidenum">
              <a:rPr lang="en-IN" smtClean="0"/>
              <a:t>‹#›</a:t>
            </a:fld>
            <a:endParaRPr lang="en-IN"/>
          </a:p>
        </p:txBody>
      </p:sp>
    </p:spTree>
    <p:extLst>
      <p:ext uri="{BB962C8B-B14F-4D97-AF65-F5344CB8AC3E}">
        <p14:creationId xmlns:p14="http://schemas.microsoft.com/office/powerpoint/2010/main" val="29196076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3.emf"/><Relationship Id="rId4" Type="http://schemas.openxmlformats.org/officeDocument/2006/relationships/customXml" Target="../ink/ink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0.emf"/><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4.emf"/></Relationships>
</file>

<file path=ppt/slides/_rels/slide2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emf"/><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image" Target="../media/image18.emf"/><Relationship Id="rId1" Type="http://schemas.openxmlformats.org/officeDocument/2006/relationships/slideLayout" Target="../slideLayouts/slideLayout2.xml"/><Relationship Id="rId5" Type="http://schemas.openxmlformats.org/officeDocument/2006/relationships/image" Target="../media/image21.emf"/><Relationship Id="rId4" Type="http://schemas.openxmlformats.org/officeDocument/2006/relationships/image" Target="../media/image20.emf"/></Relationships>
</file>

<file path=ppt/slides/_rels/slide31.x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26.emf"/><Relationship Id="rId4" Type="http://schemas.openxmlformats.org/officeDocument/2006/relationships/image" Target="../media/image25.emf"/></Relationships>
</file>

<file path=ppt/slides/_rels/slide3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image" Target="../media/image35.emf"/><Relationship Id="rId3" Type="http://schemas.openxmlformats.org/officeDocument/2006/relationships/image" Target="../media/image30.emf"/><Relationship Id="rId7" Type="http://schemas.openxmlformats.org/officeDocument/2006/relationships/image" Target="../media/image34.emf"/><Relationship Id="rId2" Type="http://schemas.openxmlformats.org/officeDocument/2006/relationships/image" Target="../media/image29.emf"/><Relationship Id="rId1" Type="http://schemas.openxmlformats.org/officeDocument/2006/relationships/slideLayout" Target="../slideLayouts/slideLayout2.xml"/><Relationship Id="rId6" Type="http://schemas.openxmlformats.org/officeDocument/2006/relationships/image" Target="../media/image33.emf"/><Relationship Id="rId5" Type="http://schemas.openxmlformats.org/officeDocument/2006/relationships/image" Target="../media/image32.emf"/><Relationship Id="rId4" Type="http://schemas.openxmlformats.org/officeDocument/2006/relationships/image" Target="../media/image31.em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Representing Digital Images:</a:t>
            </a:r>
          </a:p>
        </p:txBody>
      </p:sp>
      <p:sp>
        <p:nvSpPr>
          <p:cNvPr id="3" name="Content Placeholder 2"/>
          <p:cNvSpPr>
            <a:spLocks noGrp="1"/>
          </p:cNvSpPr>
          <p:nvPr>
            <p:ph idx="1"/>
          </p:nvPr>
        </p:nvSpPr>
        <p:spPr/>
        <p:txBody>
          <a:bodyPr>
            <a:normAutofit/>
          </a:bodyPr>
          <a:lstStyle/>
          <a:p>
            <a:pPr algn="just"/>
            <a:r>
              <a:rPr lang="en-US" dirty="0"/>
              <a:t>An image may be defined as a two-dimensional function, f(x, y), where x and y are spatial (plane) coordinates, and the amplitude of f at any pair of coordinates (x, y) is called the intensity or gray level of the image at that point. When x, y, and the amplitude values of f are all finite, discrete quantities, we call the image a digital image.</a:t>
            </a:r>
          </a:p>
          <a:p>
            <a:pPr algn="just"/>
            <a:r>
              <a:rPr lang="en-US" dirty="0"/>
              <a:t> digital image is composed of a finite number of elements, each of which has a particular location and value. These elements are referred to as picture elements, image elements, </a:t>
            </a:r>
            <a:r>
              <a:rPr lang="en-US" dirty="0" err="1"/>
              <a:t>pels</a:t>
            </a:r>
            <a:r>
              <a:rPr lang="en-US" dirty="0"/>
              <a:t>, and pixels. Pixel is the term most widely used to denote the elements of a digital image. </a:t>
            </a:r>
            <a:endParaRPr lang="en-IN" dirty="0"/>
          </a:p>
        </p:txBody>
      </p:sp>
    </p:spTree>
    <p:extLst>
      <p:ext uri="{BB962C8B-B14F-4D97-AF65-F5344CB8AC3E}">
        <p14:creationId xmlns:p14="http://schemas.microsoft.com/office/powerpoint/2010/main" val="28430659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38774" y="935152"/>
            <a:ext cx="4457041" cy="4015670"/>
          </a:xfrm>
          <a:prstGeom prst="rect">
            <a:avLst/>
          </a:prstGeom>
        </p:spPr>
      </p:pic>
      <p:pic>
        <p:nvPicPr>
          <p:cNvPr id="5" name="Picture 4"/>
          <p:cNvPicPr>
            <a:picLocks noChangeAspect="1"/>
          </p:cNvPicPr>
          <p:nvPr/>
        </p:nvPicPr>
        <p:blipFill>
          <a:blip r:embed="rId3"/>
          <a:stretch>
            <a:fillRect/>
          </a:stretch>
        </p:blipFill>
        <p:spPr>
          <a:xfrm>
            <a:off x="5220789" y="1907178"/>
            <a:ext cx="6422886" cy="1347185"/>
          </a:xfrm>
          <a:prstGeom prst="rect">
            <a:avLst/>
          </a:prstGeom>
        </p:spPr>
      </p:pic>
      <p:sp>
        <p:nvSpPr>
          <p:cNvPr id="6" name="Rectangle 5"/>
          <p:cNvSpPr/>
          <p:nvPr/>
        </p:nvSpPr>
        <p:spPr>
          <a:xfrm>
            <a:off x="7763691" y="3051258"/>
            <a:ext cx="6096000" cy="677108"/>
          </a:xfrm>
          <a:prstGeom prst="rect">
            <a:avLst/>
          </a:prstGeom>
        </p:spPr>
        <p:txBody>
          <a:bodyPr>
            <a:spAutoFit/>
          </a:bodyPr>
          <a:lstStyle/>
          <a:p>
            <a:endParaRPr lang="en-IN" sz="2000" b="0" i="0" u="none" strike="noStrike" baseline="0" dirty="0">
              <a:solidFill>
                <a:srgbClr val="000000"/>
              </a:solidFill>
              <a:latin typeface="Times New Roman" panose="02020603050405020304" pitchFamily="18" charset="0"/>
            </a:endParaRPr>
          </a:p>
          <a:p>
            <a:r>
              <a:rPr lang="en-IN" dirty="0">
                <a:latin typeface="Times New Roman" panose="02020603050405020304" pitchFamily="18" charset="0"/>
              </a:rPr>
              <a:t>M*N digital image </a:t>
            </a:r>
            <a:endParaRPr lang="en-IN" dirty="0"/>
          </a:p>
        </p:txBody>
      </p:sp>
      <mc:AlternateContent xmlns:mc="http://schemas.openxmlformats.org/markup-compatibility/2006" xmlns:p14="http://schemas.microsoft.com/office/powerpoint/2010/main">
        <mc:Choice Requires="p14">
          <p:contentPart p14:bwMode="auto" r:id="rId4">
            <p14:nvContentPartPr>
              <p14:cNvPr id="7" name="Ink 6"/>
              <p14:cNvContentPartPr/>
              <p14:nvPr/>
            </p14:nvContentPartPr>
            <p14:xfrm>
              <a:off x="3018960" y="173160"/>
              <a:ext cx="8523360" cy="6598440"/>
            </p14:xfrm>
          </p:contentPart>
        </mc:Choice>
        <mc:Fallback xmlns="">
          <p:pic>
            <p:nvPicPr>
              <p:cNvPr id="7" name="Ink 6"/>
              <p:cNvPicPr/>
              <p:nvPr/>
            </p:nvPicPr>
            <p:blipFill>
              <a:blip r:embed="rId5"/>
              <a:stretch>
                <a:fillRect/>
              </a:stretch>
            </p:blipFill>
            <p:spPr>
              <a:xfrm>
                <a:off x="3009600" y="163800"/>
                <a:ext cx="8542080" cy="6617160"/>
              </a:xfrm>
              <a:prstGeom prst="rect">
                <a:avLst/>
              </a:prstGeom>
            </p:spPr>
          </p:pic>
        </mc:Fallback>
      </mc:AlternateContent>
    </p:spTree>
    <p:extLst>
      <p:ext uri="{BB962C8B-B14F-4D97-AF65-F5344CB8AC3E}">
        <p14:creationId xmlns:p14="http://schemas.microsoft.com/office/powerpoint/2010/main" val="30350179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Spatial resolution</a:t>
            </a:r>
          </a:p>
        </p:txBody>
      </p:sp>
      <p:sp>
        <p:nvSpPr>
          <p:cNvPr id="3" name="Content Placeholder 2"/>
          <p:cNvSpPr>
            <a:spLocks noGrp="1"/>
          </p:cNvSpPr>
          <p:nvPr>
            <p:ph idx="1"/>
          </p:nvPr>
        </p:nvSpPr>
        <p:spPr/>
        <p:txBody>
          <a:bodyPr/>
          <a:lstStyle/>
          <a:p>
            <a:r>
              <a:rPr lang="en-US" dirty="0"/>
              <a:t>Spatial resolution can be defined as the smallest discernible detail in an image. Or in other way we can define spatial resolution as the number of independent pixels values per inch.</a:t>
            </a:r>
          </a:p>
          <a:p>
            <a:r>
              <a:rPr lang="en-US" dirty="0"/>
              <a:t>In short what spatial resolution refers to is that we cannot compare two different types of images to see that which one is clear or which one is not. If we have to compare the two images, to see which one is more clear or which has more spatial resolution, we have to compare two images of the same size.</a:t>
            </a:r>
          </a:p>
          <a:p>
            <a:endParaRPr lang="en-IN" dirty="0"/>
          </a:p>
        </p:txBody>
      </p:sp>
    </p:spTree>
    <p:extLst>
      <p:ext uri="{BB962C8B-B14F-4D97-AF65-F5344CB8AC3E}">
        <p14:creationId xmlns:p14="http://schemas.microsoft.com/office/powerpoint/2010/main" val="30987692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Measuring spatial resolution</a:t>
            </a:r>
          </a:p>
        </p:txBody>
      </p:sp>
      <p:sp>
        <p:nvSpPr>
          <p:cNvPr id="3" name="Content Placeholder 2"/>
          <p:cNvSpPr>
            <a:spLocks noGrp="1"/>
          </p:cNvSpPr>
          <p:nvPr>
            <p:ph idx="1"/>
          </p:nvPr>
        </p:nvSpPr>
        <p:spPr/>
        <p:txBody>
          <a:bodyPr/>
          <a:lstStyle/>
          <a:p>
            <a:r>
              <a:rPr lang="en-US" dirty="0"/>
              <a:t>Dots per inch: Dots per inch or DPI is usually used in monitors.</a:t>
            </a:r>
          </a:p>
          <a:p>
            <a:r>
              <a:rPr lang="en-US" dirty="0"/>
              <a:t>Lines per inch: Lines per inch or LPI is usually used in laser printers.</a:t>
            </a:r>
          </a:p>
          <a:p>
            <a:r>
              <a:rPr lang="en-US" dirty="0"/>
              <a:t>Pixel per inch: Pixel per inch or PPI is measure for different devices such as tablets , Mobile phones </a:t>
            </a:r>
            <a:r>
              <a:rPr lang="en-US" dirty="0" err="1"/>
              <a:t>e.t.c</a:t>
            </a:r>
            <a:r>
              <a:rPr lang="en-US" dirty="0"/>
              <a:t>.</a:t>
            </a:r>
          </a:p>
          <a:p>
            <a:endParaRPr lang="en-US" dirty="0"/>
          </a:p>
          <a:p>
            <a:endParaRPr lang="en-IN" dirty="0"/>
          </a:p>
        </p:txBody>
      </p:sp>
    </p:spTree>
    <p:extLst>
      <p:ext uri="{BB962C8B-B14F-4D97-AF65-F5344CB8AC3E}">
        <p14:creationId xmlns:p14="http://schemas.microsoft.com/office/powerpoint/2010/main" val="670394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err="1"/>
              <a:t>Gray</a:t>
            </a:r>
            <a:r>
              <a:rPr lang="en-IN" b="1" dirty="0"/>
              <a:t> Level Resolution</a:t>
            </a:r>
            <a:br>
              <a:rPr lang="en-IN" b="1" dirty="0"/>
            </a:br>
            <a:endParaRPr lang="en-IN" dirty="0"/>
          </a:p>
        </p:txBody>
      </p:sp>
      <p:sp>
        <p:nvSpPr>
          <p:cNvPr id="3" name="Content Placeholder 2"/>
          <p:cNvSpPr>
            <a:spLocks noGrp="1"/>
          </p:cNvSpPr>
          <p:nvPr>
            <p:ph idx="1"/>
          </p:nvPr>
        </p:nvSpPr>
        <p:spPr/>
        <p:txBody>
          <a:bodyPr/>
          <a:lstStyle/>
          <a:p>
            <a:r>
              <a:rPr lang="en-US" dirty="0"/>
              <a:t>A resolution can be defined as the total number of pixels in an image.</a:t>
            </a:r>
          </a:p>
          <a:p>
            <a:r>
              <a:rPr lang="en-US" dirty="0"/>
              <a:t>that clarity of an image does not depends on number of pixels, but on the spatial resolution of the image. </a:t>
            </a:r>
          </a:p>
          <a:p>
            <a:r>
              <a:rPr lang="en-US" dirty="0"/>
              <a:t>Gray level resolution refers to the predictable or deterministic change in the shades or levels of gray in an image.</a:t>
            </a:r>
          </a:p>
          <a:p>
            <a:r>
              <a:rPr lang="en-US" dirty="0"/>
              <a:t>gray level resolution is equal to the number of bits per pixel(BPP).</a:t>
            </a:r>
          </a:p>
          <a:p>
            <a:r>
              <a:rPr lang="en-US" dirty="0"/>
              <a:t>The number of different colors in an image is depends on the depth of color or bits per pixel.</a:t>
            </a:r>
          </a:p>
          <a:p>
            <a:endParaRPr lang="en-IN" dirty="0"/>
          </a:p>
        </p:txBody>
      </p:sp>
    </p:spTree>
    <p:extLst>
      <p:ext uri="{BB962C8B-B14F-4D97-AF65-F5344CB8AC3E}">
        <p14:creationId xmlns:p14="http://schemas.microsoft.com/office/powerpoint/2010/main" val="486310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2050" name="Picture 2" descr="bpp"/>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411436" y="2492261"/>
            <a:ext cx="1409700" cy="66675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709747" y="1684600"/>
            <a:ext cx="10798629" cy="646331"/>
          </a:xfrm>
          <a:prstGeom prst="rect">
            <a:avLst/>
          </a:prstGeom>
        </p:spPr>
        <p:txBody>
          <a:bodyPr wrap="square">
            <a:spAutoFit/>
          </a:bodyPr>
          <a:lstStyle/>
          <a:p>
            <a:r>
              <a:rPr lang="en-US" b="0" i="0" dirty="0">
                <a:solidFill>
                  <a:srgbClr val="000000"/>
                </a:solidFill>
                <a:effectLst/>
                <a:latin typeface="Verdana" panose="020B0604030504040204" pitchFamily="34" charset="0"/>
              </a:rPr>
              <a:t>The mathematical relation that can be established between gray level resolution and bits per pixel can be given as.</a:t>
            </a:r>
            <a:endParaRPr lang="en-IN" dirty="0"/>
          </a:p>
        </p:txBody>
      </p:sp>
      <p:sp>
        <p:nvSpPr>
          <p:cNvPr id="5" name="Rectangle 4"/>
          <p:cNvSpPr/>
          <p:nvPr/>
        </p:nvSpPr>
        <p:spPr>
          <a:xfrm>
            <a:off x="709747" y="3010163"/>
            <a:ext cx="10406744" cy="646331"/>
          </a:xfrm>
          <a:prstGeom prst="rect">
            <a:avLst/>
          </a:prstGeom>
        </p:spPr>
        <p:txBody>
          <a:bodyPr wrap="square">
            <a:spAutoFit/>
          </a:bodyPr>
          <a:lstStyle/>
          <a:p>
            <a:r>
              <a:rPr lang="en-US" b="0" i="0" dirty="0">
                <a:solidFill>
                  <a:srgbClr val="000000"/>
                </a:solidFill>
                <a:effectLst/>
                <a:latin typeface="Verdana" panose="020B0604030504040204" pitchFamily="34" charset="0"/>
              </a:rPr>
              <a:t>In this equation L refers to number of gray levels. It can also be defined as the shades of gray. And k refers to </a:t>
            </a:r>
            <a:r>
              <a:rPr lang="en-US" b="0" i="0" dirty="0" err="1">
                <a:solidFill>
                  <a:srgbClr val="000000"/>
                </a:solidFill>
                <a:effectLst/>
                <a:latin typeface="Verdana" panose="020B0604030504040204" pitchFamily="34" charset="0"/>
              </a:rPr>
              <a:t>bpp</a:t>
            </a:r>
            <a:r>
              <a:rPr lang="en-US" b="0" i="0" dirty="0">
                <a:solidFill>
                  <a:srgbClr val="000000"/>
                </a:solidFill>
                <a:effectLst/>
                <a:latin typeface="Verdana" panose="020B0604030504040204" pitchFamily="34" charset="0"/>
              </a:rPr>
              <a:t> or bits per pixel. </a:t>
            </a:r>
            <a:endParaRPr lang="en-IN" dirty="0"/>
          </a:p>
        </p:txBody>
      </p:sp>
      <p:pic>
        <p:nvPicPr>
          <p:cNvPr id="2052" name="Picture 4" descr="einstei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6729" y="4174396"/>
            <a:ext cx="1771650" cy="173355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441715" y="4174396"/>
            <a:ext cx="2983381" cy="369332"/>
          </a:xfrm>
          <a:prstGeom prst="rect">
            <a:avLst/>
          </a:prstGeom>
        </p:spPr>
        <p:txBody>
          <a:bodyPr wrap="none">
            <a:spAutoFit/>
          </a:bodyPr>
          <a:lstStyle/>
          <a:p>
            <a:r>
              <a:rPr lang="en-US" b="0" i="0" dirty="0">
                <a:solidFill>
                  <a:srgbClr val="000000"/>
                </a:solidFill>
                <a:effectLst/>
                <a:latin typeface="Verdana" panose="020B0604030504040204" pitchFamily="34" charset="0"/>
              </a:rPr>
              <a:t>8 bits per pixel or 8bpp.</a:t>
            </a:r>
            <a:endParaRPr lang="en-IN" dirty="0"/>
          </a:p>
        </p:txBody>
      </p:sp>
      <p:pic>
        <p:nvPicPr>
          <p:cNvPr id="2054" name="Picture 6" descr="quantiz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59426" y="3937789"/>
            <a:ext cx="3876675" cy="243840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38199" y="6211669"/>
            <a:ext cx="10278291" cy="646331"/>
          </a:xfrm>
          <a:prstGeom prst="rect">
            <a:avLst/>
          </a:prstGeom>
        </p:spPr>
        <p:txBody>
          <a:bodyPr wrap="square">
            <a:spAutoFit/>
          </a:bodyPr>
          <a:lstStyle/>
          <a:p>
            <a:r>
              <a:rPr lang="en-US" b="0" i="0" dirty="0">
                <a:solidFill>
                  <a:srgbClr val="000000"/>
                </a:solidFill>
                <a:effectLst/>
                <a:latin typeface="Verdana" panose="020B0604030504040204" pitchFamily="34" charset="0"/>
              </a:rPr>
              <a:t>It means it gray level resolution is 256. Or in other way we can say that this image has 256 different shades of gray.</a:t>
            </a:r>
            <a:endParaRPr lang="en-IN" dirty="0"/>
          </a:p>
        </p:txBody>
      </p:sp>
    </p:spTree>
    <p:extLst>
      <p:ext uri="{BB962C8B-B14F-4D97-AF65-F5344CB8AC3E}">
        <p14:creationId xmlns:p14="http://schemas.microsoft.com/office/powerpoint/2010/main" val="12882387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gray level resolution in terms of </a:t>
            </a:r>
            <a:r>
              <a:rPr lang="en-US" dirty="0" err="1"/>
              <a:t>bpp</a:t>
            </a:r>
            <a:br>
              <a:rPr lang="en-US" dirty="0"/>
            </a:br>
            <a:endParaRPr lang="en-IN" dirty="0"/>
          </a:p>
        </p:txBody>
      </p:sp>
      <p:sp>
        <p:nvSpPr>
          <p:cNvPr id="3" name="Content Placeholder 2"/>
          <p:cNvSpPr>
            <a:spLocks noGrp="1"/>
          </p:cNvSpPr>
          <p:nvPr>
            <p:ph idx="1"/>
          </p:nvPr>
        </p:nvSpPr>
        <p:spPr/>
        <p:txBody>
          <a:bodyPr/>
          <a:lstStyle/>
          <a:p>
            <a:r>
              <a:rPr lang="en-US" dirty="0"/>
              <a:t>If you are given an image of 4 </a:t>
            </a:r>
            <a:r>
              <a:rPr lang="en-US" dirty="0" err="1"/>
              <a:t>bpp</a:t>
            </a:r>
            <a:r>
              <a:rPr lang="en-US" dirty="0"/>
              <a:t>, and you are asked to calculate its gray level resolution. There are two answers to that question.</a:t>
            </a:r>
          </a:p>
          <a:p>
            <a:r>
              <a:rPr lang="en-US" dirty="0"/>
              <a:t>The first answer is 16 levels.</a:t>
            </a:r>
          </a:p>
          <a:p>
            <a:r>
              <a:rPr lang="en-US" dirty="0"/>
              <a:t>The second answer is 4 bits.</a:t>
            </a:r>
          </a:p>
          <a:p>
            <a:endParaRPr lang="en-IN" dirty="0"/>
          </a:p>
        </p:txBody>
      </p:sp>
    </p:spTree>
    <p:extLst>
      <p:ext uri="{BB962C8B-B14F-4D97-AF65-F5344CB8AC3E}">
        <p14:creationId xmlns:p14="http://schemas.microsoft.com/office/powerpoint/2010/main" val="3124765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Gray level resolution and quantization:</a:t>
            </a:r>
            <a:br>
              <a:rPr lang="en-US" dirty="0"/>
            </a:br>
            <a:endParaRPr lang="en-IN" dirty="0"/>
          </a:p>
        </p:txBody>
      </p:sp>
      <p:sp>
        <p:nvSpPr>
          <p:cNvPr id="3" name="Content Placeholder 2"/>
          <p:cNvSpPr>
            <a:spLocks noGrp="1"/>
          </p:cNvSpPr>
          <p:nvPr>
            <p:ph idx="1"/>
          </p:nvPr>
        </p:nvSpPr>
        <p:spPr/>
        <p:txBody>
          <a:bodyPr/>
          <a:lstStyle/>
          <a:p>
            <a:pPr algn="just"/>
            <a:r>
              <a:rPr lang="en-US" dirty="0"/>
              <a:t>Gray level resolution is found on the y axis of the signal.</a:t>
            </a:r>
          </a:p>
          <a:p>
            <a:pPr algn="just"/>
            <a:r>
              <a:rPr lang="en-US" dirty="0"/>
              <a:t>Sampling is done on x axis. And quantization is done in Y axis.</a:t>
            </a:r>
          </a:p>
          <a:p>
            <a:pPr algn="just"/>
            <a:r>
              <a:rPr lang="en-US" dirty="0"/>
              <a:t>So that means digitizing the gray level resolution of an image is done in quantization.</a:t>
            </a:r>
            <a:endParaRPr lang="en-IN" dirty="0"/>
          </a:p>
        </p:txBody>
      </p:sp>
    </p:spTree>
    <p:extLst>
      <p:ext uri="{BB962C8B-B14F-4D97-AF65-F5344CB8AC3E}">
        <p14:creationId xmlns:p14="http://schemas.microsoft.com/office/powerpoint/2010/main" val="41927735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Zooming Methods</a:t>
            </a:r>
            <a:br>
              <a:rPr lang="en-IN" b="1" dirty="0"/>
            </a:br>
            <a:endParaRPr lang="en-IN" dirty="0"/>
          </a:p>
        </p:txBody>
      </p:sp>
      <p:sp>
        <p:nvSpPr>
          <p:cNvPr id="3" name="Content Placeholder 2"/>
          <p:cNvSpPr>
            <a:spLocks noGrp="1"/>
          </p:cNvSpPr>
          <p:nvPr>
            <p:ph idx="1"/>
          </p:nvPr>
        </p:nvSpPr>
        <p:spPr/>
        <p:txBody>
          <a:bodyPr/>
          <a:lstStyle/>
          <a:p>
            <a:pPr algn="just"/>
            <a:r>
              <a:rPr lang="en-US" dirty="0"/>
              <a:t>Zooming simply means enlarging a picture in a sense that the details in the image became more visible and clear. Zooming an image has many wide applications ranging from zooming through a camera lens, to zoom an image on internet </a:t>
            </a:r>
            <a:r>
              <a:rPr lang="en-US" dirty="0" err="1"/>
              <a:t>e.t.c</a:t>
            </a:r>
            <a:r>
              <a:rPr lang="en-US" dirty="0"/>
              <a:t>.</a:t>
            </a:r>
            <a:endParaRPr lang="en-IN" dirty="0"/>
          </a:p>
        </p:txBody>
      </p:sp>
      <p:pic>
        <p:nvPicPr>
          <p:cNvPr id="3074" name="Picture 2" descr="einstei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68147" y="4006986"/>
            <a:ext cx="1771650" cy="1733551"/>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einsteinzoome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39255" y="3635511"/>
            <a:ext cx="2743200" cy="2105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1906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r>
              <a:rPr lang="en-US" dirty="0"/>
              <a:t>You can zoom something at two different steps.</a:t>
            </a:r>
          </a:p>
          <a:p>
            <a:pPr algn="just"/>
            <a:r>
              <a:rPr lang="en-US" dirty="0"/>
              <a:t>The first step includes zooming before taking an particular image. This is known as pre processing zoom. This zoom involves hardware and mechanical movement.</a:t>
            </a:r>
          </a:p>
          <a:p>
            <a:pPr algn="just"/>
            <a:r>
              <a:rPr lang="en-US" dirty="0"/>
              <a:t>The second step is to zoom once an image has been captured. It is done through many different algorithms in which we manipulate pixels to zoom in the required portion.</a:t>
            </a:r>
          </a:p>
          <a:p>
            <a:endParaRPr lang="en-IN" dirty="0"/>
          </a:p>
        </p:txBody>
      </p:sp>
    </p:spTree>
    <p:extLst>
      <p:ext uri="{BB962C8B-B14F-4D97-AF65-F5344CB8AC3E}">
        <p14:creationId xmlns:p14="http://schemas.microsoft.com/office/powerpoint/2010/main" val="19912796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Optical Zoom:</a:t>
            </a:r>
            <a:endParaRPr lang="en-IN" dirty="0"/>
          </a:p>
        </p:txBody>
      </p:sp>
      <p:sp>
        <p:nvSpPr>
          <p:cNvPr id="3" name="Content Placeholder 2"/>
          <p:cNvSpPr>
            <a:spLocks noGrp="1"/>
          </p:cNvSpPr>
          <p:nvPr>
            <p:ph idx="1"/>
          </p:nvPr>
        </p:nvSpPr>
        <p:spPr/>
        <p:txBody>
          <a:bodyPr/>
          <a:lstStyle/>
          <a:p>
            <a:pPr algn="just"/>
            <a:r>
              <a:rPr lang="en-US" dirty="0"/>
              <a:t>The optical zoom is achieved using the movement of the lens of your camera. An optical zoom is actually a true zoom. The result of the optical zoom is far better then that of digital zoom. In optical zoom, an image is magnified by the lens in such a way that the objects in the image appear to be closer to the camera. In optical zoom the lens is physically extend to zoom or magnify an object.</a:t>
            </a:r>
          </a:p>
          <a:p>
            <a:endParaRPr lang="en-IN" dirty="0"/>
          </a:p>
        </p:txBody>
      </p:sp>
    </p:spTree>
    <p:extLst>
      <p:ext uri="{BB962C8B-B14F-4D97-AF65-F5344CB8AC3E}">
        <p14:creationId xmlns:p14="http://schemas.microsoft.com/office/powerpoint/2010/main" val="6368983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Digital Zoom:</a:t>
            </a:r>
          </a:p>
        </p:txBody>
      </p:sp>
      <p:sp>
        <p:nvSpPr>
          <p:cNvPr id="3" name="Content Placeholder 2"/>
          <p:cNvSpPr>
            <a:spLocks noGrp="1"/>
          </p:cNvSpPr>
          <p:nvPr>
            <p:ph idx="1"/>
          </p:nvPr>
        </p:nvSpPr>
        <p:spPr/>
        <p:txBody>
          <a:bodyPr/>
          <a:lstStyle/>
          <a:p>
            <a:pPr algn="just"/>
            <a:r>
              <a:rPr lang="en-US" dirty="0"/>
              <a:t>Digital zoom is basically image processing within a camera. During a digital zoom, the center of the image is magnified and the edges of the picture got crop out. Due to magnified center, it looks like that the object is closer to you.</a:t>
            </a:r>
          </a:p>
          <a:p>
            <a:pPr algn="just"/>
            <a:r>
              <a:rPr lang="en-US" dirty="0"/>
              <a:t>During a digital zoom, the pixels got expand , due to which the quality of the image is compromised.</a:t>
            </a:r>
          </a:p>
          <a:p>
            <a:endParaRPr lang="en-IN" dirty="0"/>
          </a:p>
        </p:txBody>
      </p:sp>
    </p:spTree>
    <p:extLst>
      <p:ext uri="{BB962C8B-B14F-4D97-AF65-F5344CB8AC3E}">
        <p14:creationId xmlns:p14="http://schemas.microsoft.com/office/powerpoint/2010/main" val="4022606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Zooming methods:</a:t>
            </a:r>
          </a:p>
        </p:txBody>
      </p:sp>
      <p:sp>
        <p:nvSpPr>
          <p:cNvPr id="3" name="Content Placeholder 2"/>
          <p:cNvSpPr>
            <a:spLocks noGrp="1"/>
          </p:cNvSpPr>
          <p:nvPr>
            <p:ph idx="1"/>
          </p:nvPr>
        </p:nvSpPr>
        <p:spPr/>
        <p:txBody>
          <a:bodyPr/>
          <a:lstStyle/>
          <a:p>
            <a:r>
              <a:rPr lang="en-US" dirty="0"/>
              <a:t>Pixel replication or (Nearest neighbor interpolation)</a:t>
            </a:r>
          </a:p>
          <a:p>
            <a:r>
              <a:rPr lang="en-US" dirty="0"/>
              <a:t>Zero order hold method</a:t>
            </a:r>
          </a:p>
          <a:p>
            <a:r>
              <a:rPr lang="en-US" dirty="0"/>
              <a:t>Zooming K times</a:t>
            </a:r>
          </a:p>
          <a:p>
            <a:endParaRPr lang="en-IN" dirty="0"/>
          </a:p>
        </p:txBody>
      </p:sp>
    </p:spTree>
    <p:extLst>
      <p:ext uri="{BB962C8B-B14F-4D97-AF65-F5344CB8AC3E}">
        <p14:creationId xmlns:p14="http://schemas.microsoft.com/office/powerpoint/2010/main" val="2608226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1.Pixel replication:</a:t>
            </a:r>
            <a:br>
              <a:rPr lang="en-IN" dirty="0"/>
            </a:br>
            <a:endParaRPr lang="en-IN" dirty="0"/>
          </a:p>
        </p:txBody>
      </p:sp>
      <p:sp>
        <p:nvSpPr>
          <p:cNvPr id="3" name="Content Placeholder 2"/>
          <p:cNvSpPr>
            <a:spLocks noGrp="1"/>
          </p:cNvSpPr>
          <p:nvPr>
            <p:ph idx="1"/>
          </p:nvPr>
        </p:nvSpPr>
        <p:spPr/>
        <p:txBody>
          <a:bodyPr/>
          <a:lstStyle/>
          <a:p>
            <a:pPr algn="just"/>
            <a:r>
              <a:rPr lang="en-US" dirty="0"/>
              <a:t>It is also known as Nearest neighbor interpolation. As its name suggest, in this method, we just replicate the neighboring pixels. </a:t>
            </a:r>
          </a:p>
          <a:p>
            <a:pPr algn="just"/>
            <a:r>
              <a:rPr lang="en-US" dirty="0"/>
              <a:t> zooming is nothing but increase amount of sample or pixels.</a:t>
            </a:r>
          </a:p>
          <a:p>
            <a:pPr algn="just"/>
            <a:r>
              <a:rPr lang="en-US" dirty="0"/>
              <a:t>if you have an image of 2 rows and 2 columns and you want to zoom it twice or 2 times using pixel replication, here how it can be done.</a:t>
            </a:r>
            <a:endParaRPr lang="en-IN" dirty="0"/>
          </a:p>
        </p:txBody>
      </p:sp>
      <p:graphicFrame>
        <p:nvGraphicFramePr>
          <p:cNvPr id="4" name="Table 3"/>
          <p:cNvGraphicFramePr>
            <a:graphicFrameLocks noGrp="1"/>
          </p:cNvGraphicFramePr>
          <p:nvPr/>
        </p:nvGraphicFramePr>
        <p:xfrm>
          <a:off x="987835" y="5134315"/>
          <a:ext cx="2121126" cy="853440"/>
        </p:xfrm>
        <a:graphic>
          <a:graphicData uri="http://schemas.openxmlformats.org/drawingml/2006/table">
            <a:tbl>
              <a:tblPr/>
              <a:tblGrid>
                <a:gridCol w="1060563">
                  <a:extLst>
                    <a:ext uri="{9D8B030D-6E8A-4147-A177-3AD203B41FA5}">
                      <a16:colId xmlns:a16="http://schemas.microsoft.com/office/drawing/2014/main" val="3666696439"/>
                    </a:ext>
                  </a:extLst>
                </a:gridCol>
                <a:gridCol w="1060563">
                  <a:extLst>
                    <a:ext uri="{9D8B030D-6E8A-4147-A177-3AD203B41FA5}">
                      <a16:colId xmlns:a16="http://schemas.microsoft.com/office/drawing/2014/main" val="347865457"/>
                    </a:ext>
                  </a:extLst>
                </a:gridCol>
              </a:tblGrid>
              <a:tr h="0">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590208733"/>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19700845"/>
                  </a:ext>
                </a:extLst>
              </a:tr>
            </a:tbl>
          </a:graphicData>
        </a:graphic>
      </p:graphicFrame>
      <p:sp>
        <p:nvSpPr>
          <p:cNvPr id="5" name="Rectangle 4"/>
          <p:cNvSpPr/>
          <p:nvPr/>
        </p:nvSpPr>
        <p:spPr>
          <a:xfrm>
            <a:off x="3493728" y="4210985"/>
            <a:ext cx="3455713" cy="923330"/>
          </a:xfrm>
          <a:prstGeom prst="rect">
            <a:avLst/>
          </a:prstGeom>
        </p:spPr>
        <p:txBody>
          <a:bodyPr wrap="square">
            <a:spAutoFit/>
          </a:bodyPr>
          <a:lstStyle/>
          <a:p>
            <a:r>
              <a:rPr lang="en-IN" b="0" i="0" dirty="0">
                <a:effectLst/>
                <a:latin typeface="Verdana" panose="020B0604030504040204" pitchFamily="34" charset="0"/>
              </a:rPr>
              <a:t>Row wise zooming:</a:t>
            </a:r>
            <a:r>
              <a:rPr lang="en-US" dirty="0"/>
              <a:t>simple copy the rows pixels to its adjacent new cell.</a:t>
            </a:r>
            <a:endParaRPr lang="en-IN" b="0" i="0" dirty="0">
              <a:effectLst/>
              <a:latin typeface="Verdana" panose="020B0604030504040204" pitchFamily="34" charset="0"/>
            </a:endParaRPr>
          </a:p>
        </p:txBody>
      </p:sp>
      <p:graphicFrame>
        <p:nvGraphicFramePr>
          <p:cNvPr id="6" name="Table 5"/>
          <p:cNvGraphicFramePr>
            <a:graphicFrameLocks noGrp="1"/>
          </p:cNvGraphicFramePr>
          <p:nvPr/>
        </p:nvGraphicFramePr>
        <p:xfrm>
          <a:off x="3461657" y="5228919"/>
          <a:ext cx="3487784" cy="853440"/>
        </p:xfrm>
        <a:graphic>
          <a:graphicData uri="http://schemas.openxmlformats.org/drawingml/2006/table">
            <a:tbl>
              <a:tblPr/>
              <a:tblGrid>
                <a:gridCol w="871946">
                  <a:extLst>
                    <a:ext uri="{9D8B030D-6E8A-4147-A177-3AD203B41FA5}">
                      <a16:colId xmlns:a16="http://schemas.microsoft.com/office/drawing/2014/main" val="1102446897"/>
                    </a:ext>
                  </a:extLst>
                </a:gridCol>
                <a:gridCol w="871946">
                  <a:extLst>
                    <a:ext uri="{9D8B030D-6E8A-4147-A177-3AD203B41FA5}">
                      <a16:colId xmlns:a16="http://schemas.microsoft.com/office/drawing/2014/main" val="2552722862"/>
                    </a:ext>
                  </a:extLst>
                </a:gridCol>
                <a:gridCol w="871946">
                  <a:extLst>
                    <a:ext uri="{9D8B030D-6E8A-4147-A177-3AD203B41FA5}">
                      <a16:colId xmlns:a16="http://schemas.microsoft.com/office/drawing/2014/main" val="2829918003"/>
                    </a:ext>
                  </a:extLst>
                </a:gridCol>
                <a:gridCol w="871946">
                  <a:extLst>
                    <a:ext uri="{9D8B030D-6E8A-4147-A177-3AD203B41FA5}">
                      <a16:colId xmlns:a16="http://schemas.microsoft.com/office/drawing/2014/main" val="408847354"/>
                    </a:ext>
                  </a:extLst>
                </a:gridCol>
              </a:tblGrid>
              <a:tr h="0">
                <a:tc>
                  <a:txBody>
                    <a:bodyPr/>
                    <a:lstStyle/>
                    <a:p>
                      <a:pPr algn="l"/>
                      <a:r>
                        <a:rPr lang="en-IN" dirty="0">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868974496"/>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979183997"/>
                  </a:ext>
                </a:extLst>
              </a:tr>
            </a:tbl>
          </a:graphicData>
        </a:graphic>
      </p:graphicFrame>
      <p:sp>
        <p:nvSpPr>
          <p:cNvPr id="7" name="Rectangle 6"/>
          <p:cNvSpPr/>
          <p:nvPr/>
        </p:nvSpPr>
        <p:spPr>
          <a:xfrm>
            <a:off x="7334208" y="4210985"/>
            <a:ext cx="3773063" cy="923330"/>
          </a:xfrm>
          <a:prstGeom prst="rect">
            <a:avLst/>
          </a:prstGeom>
        </p:spPr>
        <p:txBody>
          <a:bodyPr wrap="square">
            <a:spAutoFit/>
          </a:bodyPr>
          <a:lstStyle/>
          <a:p>
            <a:r>
              <a:rPr lang="en-IN" b="0" i="0" dirty="0">
                <a:effectLst/>
                <a:latin typeface="Verdana" panose="020B0604030504040204" pitchFamily="34" charset="0"/>
              </a:rPr>
              <a:t>Column size zooming:</a:t>
            </a:r>
            <a:r>
              <a:rPr lang="en-US" dirty="0"/>
              <a:t>simply copy the column pixel to its adjacent new column or simply below it.</a:t>
            </a:r>
            <a:endParaRPr lang="en-IN" b="0" i="0" dirty="0">
              <a:effectLst/>
              <a:latin typeface="Verdana" panose="020B0604030504040204" pitchFamily="34" charset="0"/>
            </a:endParaRPr>
          </a:p>
        </p:txBody>
      </p:sp>
      <p:graphicFrame>
        <p:nvGraphicFramePr>
          <p:cNvPr id="8" name="Table 7"/>
          <p:cNvGraphicFramePr>
            <a:graphicFrameLocks noGrp="1"/>
          </p:cNvGraphicFramePr>
          <p:nvPr/>
        </p:nvGraphicFramePr>
        <p:xfrm>
          <a:off x="7623767" y="5134315"/>
          <a:ext cx="2499948" cy="1706880"/>
        </p:xfrm>
        <a:graphic>
          <a:graphicData uri="http://schemas.openxmlformats.org/drawingml/2006/table">
            <a:tbl>
              <a:tblPr/>
              <a:tblGrid>
                <a:gridCol w="624987">
                  <a:extLst>
                    <a:ext uri="{9D8B030D-6E8A-4147-A177-3AD203B41FA5}">
                      <a16:colId xmlns:a16="http://schemas.microsoft.com/office/drawing/2014/main" val="1438262051"/>
                    </a:ext>
                  </a:extLst>
                </a:gridCol>
                <a:gridCol w="624987">
                  <a:extLst>
                    <a:ext uri="{9D8B030D-6E8A-4147-A177-3AD203B41FA5}">
                      <a16:colId xmlns:a16="http://schemas.microsoft.com/office/drawing/2014/main" val="1805484474"/>
                    </a:ext>
                  </a:extLst>
                </a:gridCol>
                <a:gridCol w="624987">
                  <a:extLst>
                    <a:ext uri="{9D8B030D-6E8A-4147-A177-3AD203B41FA5}">
                      <a16:colId xmlns:a16="http://schemas.microsoft.com/office/drawing/2014/main" val="577625734"/>
                    </a:ext>
                  </a:extLst>
                </a:gridCol>
                <a:gridCol w="624987">
                  <a:extLst>
                    <a:ext uri="{9D8B030D-6E8A-4147-A177-3AD203B41FA5}">
                      <a16:colId xmlns:a16="http://schemas.microsoft.com/office/drawing/2014/main" val="1837508311"/>
                    </a:ext>
                  </a:extLst>
                </a:gridCol>
              </a:tblGrid>
              <a:tr h="367342">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031840944"/>
                  </a:ext>
                </a:extLst>
              </a:tr>
              <a:tr h="367342">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937904702"/>
                  </a:ext>
                </a:extLst>
              </a:tr>
              <a:tr h="367342">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668892202"/>
                  </a:ext>
                </a:extLst>
              </a:tr>
              <a:tr h="367342">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4</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4149079635"/>
                  </a:ext>
                </a:extLst>
              </a:tr>
            </a:tbl>
          </a:graphicData>
        </a:graphic>
      </p:graphicFrame>
    </p:spTree>
    <p:extLst>
      <p:ext uri="{BB962C8B-B14F-4D97-AF65-F5344CB8AC3E}">
        <p14:creationId xmlns:p14="http://schemas.microsoft.com/office/powerpoint/2010/main" val="25836278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 new image has a dimensions of</a:t>
            </a:r>
          </a:p>
          <a:p>
            <a:r>
              <a:rPr lang="en-US" dirty="0"/>
              <a:t>(Original image rows * zooming factor, Original Image cols * zooming factor)</a:t>
            </a:r>
          </a:p>
          <a:p>
            <a:endParaRPr lang="en-IN" dirty="0"/>
          </a:p>
        </p:txBody>
      </p:sp>
    </p:spTree>
    <p:extLst>
      <p:ext uri="{BB962C8B-B14F-4D97-AF65-F5344CB8AC3E}">
        <p14:creationId xmlns:p14="http://schemas.microsoft.com/office/powerpoint/2010/main" val="23419855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2: Zero order hold</a:t>
            </a:r>
            <a:endParaRPr lang="en-IN" dirty="0"/>
          </a:p>
        </p:txBody>
      </p:sp>
      <p:sp>
        <p:nvSpPr>
          <p:cNvPr id="3" name="Content Placeholder 2"/>
          <p:cNvSpPr>
            <a:spLocks noGrp="1"/>
          </p:cNvSpPr>
          <p:nvPr>
            <p:ph idx="1"/>
          </p:nvPr>
        </p:nvSpPr>
        <p:spPr/>
        <p:txBody>
          <a:bodyPr/>
          <a:lstStyle/>
          <a:p>
            <a:pPr algn="just"/>
            <a:r>
              <a:rPr lang="en-US" dirty="0"/>
              <a:t>Zero order hold method is another method of zooming. It is also known as zoom twice. Because it can only zoom twice. </a:t>
            </a:r>
          </a:p>
          <a:p>
            <a:pPr algn="just"/>
            <a:r>
              <a:rPr lang="en-US" dirty="0"/>
              <a:t>In zero order hold method, we pick two adjacent elements from the rows respectively and then we add them and divide the result by two, and place their result in between those two elements. We first do this row wise and then we do this column wise.</a:t>
            </a:r>
            <a:endParaRPr lang="en-IN" dirty="0"/>
          </a:p>
        </p:txBody>
      </p:sp>
      <p:graphicFrame>
        <p:nvGraphicFramePr>
          <p:cNvPr id="4" name="Table 3"/>
          <p:cNvGraphicFramePr>
            <a:graphicFrameLocks noGrp="1"/>
          </p:cNvGraphicFramePr>
          <p:nvPr/>
        </p:nvGraphicFramePr>
        <p:xfrm>
          <a:off x="838200" y="4593477"/>
          <a:ext cx="1513114" cy="853440"/>
        </p:xfrm>
        <a:graphic>
          <a:graphicData uri="http://schemas.openxmlformats.org/drawingml/2006/table">
            <a:tbl>
              <a:tblPr/>
              <a:tblGrid>
                <a:gridCol w="756557">
                  <a:extLst>
                    <a:ext uri="{9D8B030D-6E8A-4147-A177-3AD203B41FA5}">
                      <a16:colId xmlns:a16="http://schemas.microsoft.com/office/drawing/2014/main" val="494748465"/>
                    </a:ext>
                  </a:extLst>
                </a:gridCol>
                <a:gridCol w="756557">
                  <a:extLst>
                    <a:ext uri="{9D8B030D-6E8A-4147-A177-3AD203B41FA5}">
                      <a16:colId xmlns:a16="http://schemas.microsoft.com/office/drawing/2014/main" val="1179226138"/>
                    </a:ext>
                  </a:extLst>
                </a:gridCol>
              </a:tblGrid>
              <a:tr h="0">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28112416"/>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807053941"/>
                  </a:ext>
                </a:extLst>
              </a:tr>
            </a:tbl>
          </a:graphicData>
        </a:graphic>
      </p:graphicFrame>
      <p:sp>
        <p:nvSpPr>
          <p:cNvPr id="5" name="Rectangle 4"/>
          <p:cNvSpPr/>
          <p:nvPr/>
        </p:nvSpPr>
        <p:spPr>
          <a:xfrm>
            <a:off x="3371219" y="4408811"/>
            <a:ext cx="2320892" cy="369332"/>
          </a:xfrm>
          <a:prstGeom prst="rect">
            <a:avLst/>
          </a:prstGeom>
        </p:spPr>
        <p:txBody>
          <a:bodyPr wrap="none">
            <a:spAutoFit/>
          </a:bodyPr>
          <a:lstStyle/>
          <a:p>
            <a:r>
              <a:rPr lang="en-IN" b="0" i="0" dirty="0">
                <a:effectLst/>
                <a:latin typeface="Verdana" panose="020B0604030504040204" pitchFamily="34" charset="0"/>
              </a:rPr>
              <a:t>Row wise zooming</a:t>
            </a:r>
          </a:p>
        </p:txBody>
      </p:sp>
      <p:graphicFrame>
        <p:nvGraphicFramePr>
          <p:cNvPr id="6" name="Table 5"/>
          <p:cNvGraphicFramePr>
            <a:graphicFrameLocks noGrp="1"/>
          </p:cNvGraphicFramePr>
          <p:nvPr/>
        </p:nvGraphicFramePr>
        <p:xfrm>
          <a:off x="3387045" y="4867457"/>
          <a:ext cx="2708955" cy="853440"/>
        </p:xfrm>
        <a:graphic>
          <a:graphicData uri="http://schemas.openxmlformats.org/drawingml/2006/table">
            <a:tbl>
              <a:tblPr/>
              <a:tblGrid>
                <a:gridCol w="902985">
                  <a:extLst>
                    <a:ext uri="{9D8B030D-6E8A-4147-A177-3AD203B41FA5}">
                      <a16:colId xmlns:a16="http://schemas.microsoft.com/office/drawing/2014/main" val="527099130"/>
                    </a:ext>
                  </a:extLst>
                </a:gridCol>
                <a:gridCol w="902985">
                  <a:extLst>
                    <a:ext uri="{9D8B030D-6E8A-4147-A177-3AD203B41FA5}">
                      <a16:colId xmlns:a16="http://schemas.microsoft.com/office/drawing/2014/main" val="1422546312"/>
                    </a:ext>
                  </a:extLst>
                </a:gridCol>
                <a:gridCol w="902985">
                  <a:extLst>
                    <a:ext uri="{9D8B030D-6E8A-4147-A177-3AD203B41FA5}">
                      <a16:colId xmlns:a16="http://schemas.microsoft.com/office/drawing/2014/main" val="290325677"/>
                    </a:ext>
                  </a:extLst>
                </a:gridCol>
              </a:tblGrid>
              <a:tr h="0">
                <a:tc>
                  <a:txBody>
                    <a:bodyPr/>
                    <a:lstStyle/>
                    <a:p>
                      <a:pPr algn="l"/>
                      <a:r>
                        <a:rPr lang="en-IN" dirty="0">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511241790"/>
                  </a:ext>
                </a:extLst>
              </a:tr>
              <a:tr h="0">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615806060"/>
                  </a:ext>
                </a:extLst>
              </a:tr>
            </a:tbl>
          </a:graphicData>
        </a:graphic>
      </p:graphicFrame>
      <p:sp>
        <p:nvSpPr>
          <p:cNvPr id="7" name="Rectangle 6"/>
          <p:cNvSpPr/>
          <p:nvPr/>
        </p:nvSpPr>
        <p:spPr>
          <a:xfrm>
            <a:off x="2760617" y="5676043"/>
            <a:ext cx="3836126" cy="954107"/>
          </a:xfrm>
          <a:prstGeom prst="rect">
            <a:avLst/>
          </a:prstGeom>
        </p:spPr>
        <p:txBody>
          <a:bodyPr wrap="square">
            <a:spAutoFit/>
          </a:bodyPr>
          <a:lstStyle/>
          <a:p>
            <a:r>
              <a:rPr lang="en-US" sz="1400" b="0" i="0" dirty="0">
                <a:solidFill>
                  <a:srgbClr val="000000"/>
                </a:solidFill>
                <a:effectLst/>
                <a:latin typeface="Verdana" panose="020B0604030504040204" pitchFamily="34" charset="0"/>
              </a:rPr>
              <a:t>As we take the first two numbers : (2 + 1) = 3 and then we divide it by 2, we get 1.5 which is approximated to 1. The same method is applied in the row 2.</a:t>
            </a:r>
            <a:endParaRPr lang="en-IN" sz="1400" dirty="0"/>
          </a:p>
        </p:txBody>
      </p:sp>
      <p:sp>
        <p:nvSpPr>
          <p:cNvPr id="8" name="Rectangle 7"/>
          <p:cNvSpPr/>
          <p:nvPr/>
        </p:nvSpPr>
        <p:spPr>
          <a:xfrm>
            <a:off x="7309747" y="4408811"/>
            <a:ext cx="2719271" cy="369332"/>
          </a:xfrm>
          <a:prstGeom prst="rect">
            <a:avLst/>
          </a:prstGeom>
        </p:spPr>
        <p:txBody>
          <a:bodyPr wrap="none">
            <a:spAutoFit/>
          </a:bodyPr>
          <a:lstStyle/>
          <a:p>
            <a:r>
              <a:rPr lang="en-IN" b="0" i="0" dirty="0">
                <a:effectLst/>
                <a:latin typeface="Verdana" panose="020B0604030504040204" pitchFamily="34" charset="0"/>
              </a:rPr>
              <a:t>Column wise zooming</a:t>
            </a:r>
          </a:p>
        </p:txBody>
      </p:sp>
      <p:graphicFrame>
        <p:nvGraphicFramePr>
          <p:cNvPr id="9" name="Table 8"/>
          <p:cNvGraphicFramePr>
            <a:graphicFrameLocks noGrp="1"/>
          </p:cNvGraphicFramePr>
          <p:nvPr/>
        </p:nvGraphicFramePr>
        <p:xfrm>
          <a:off x="7420797" y="4667983"/>
          <a:ext cx="2982492" cy="1280160"/>
        </p:xfrm>
        <a:graphic>
          <a:graphicData uri="http://schemas.openxmlformats.org/drawingml/2006/table">
            <a:tbl>
              <a:tblPr/>
              <a:tblGrid>
                <a:gridCol w="994164">
                  <a:extLst>
                    <a:ext uri="{9D8B030D-6E8A-4147-A177-3AD203B41FA5}">
                      <a16:colId xmlns:a16="http://schemas.microsoft.com/office/drawing/2014/main" val="4113712481"/>
                    </a:ext>
                  </a:extLst>
                </a:gridCol>
                <a:gridCol w="994164">
                  <a:extLst>
                    <a:ext uri="{9D8B030D-6E8A-4147-A177-3AD203B41FA5}">
                      <a16:colId xmlns:a16="http://schemas.microsoft.com/office/drawing/2014/main" val="864132270"/>
                    </a:ext>
                  </a:extLst>
                </a:gridCol>
                <a:gridCol w="994164">
                  <a:extLst>
                    <a:ext uri="{9D8B030D-6E8A-4147-A177-3AD203B41FA5}">
                      <a16:colId xmlns:a16="http://schemas.microsoft.com/office/drawing/2014/main" val="2694537144"/>
                    </a:ext>
                  </a:extLst>
                </a:gridCol>
              </a:tblGrid>
              <a:tr h="325435">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1</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885867051"/>
                  </a:ext>
                </a:extLst>
              </a:tr>
              <a:tr h="325435">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2</a:t>
                      </a:r>
                    </a:p>
                  </a:txBody>
                  <a:tcPr marL="76200" marR="76200" marT="76200" marB="76200" anchor="ctr">
                    <a:lnL>
                      <a:noFill/>
                    </a:lnL>
                    <a:lnR>
                      <a:noFill/>
                    </a:lnR>
                    <a:lnT>
                      <a:noFill/>
                    </a:lnT>
                    <a:lnB>
                      <a:noFill/>
                    </a:lnB>
                    <a:solidFill>
                      <a:srgbClr val="FFFFFF"/>
                    </a:solidFill>
                  </a:tcPr>
                </a:tc>
                <a:tc>
                  <a:txBody>
                    <a:bodyPr/>
                    <a:lstStyle/>
                    <a:p>
                      <a:pPr algn="l"/>
                      <a:r>
                        <a:rPr lang="en-IN">
                          <a:effectLst/>
                        </a:rPr>
                        <a:t>3</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141771402"/>
                  </a:ext>
                </a:extLst>
              </a:tr>
              <a:tr h="325435">
                <a:tc>
                  <a:txBody>
                    <a:bodyPr/>
                    <a:lstStyle/>
                    <a:p>
                      <a:pPr algn="l"/>
                      <a:r>
                        <a:rPr lang="en-IN">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4</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116480583"/>
                  </a:ext>
                </a:extLst>
              </a:tr>
            </a:tbl>
          </a:graphicData>
        </a:graphic>
      </p:graphicFrame>
      <p:sp>
        <p:nvSpPr>
          <p:cNvPr id="10" name="Rectangle 9"/>
          <p:cNvSpPr/>
          <p:nvPr/>
        </p:nvSpPr>
        <p:spPr>
          <a:xfrm>
            <a:off x="7132830" y="5835970"/>
            <a:ext cx="4261747" cy="830997"/>
          </a:xfrm>
          <a:prstGeom prst="rect">
            <a:avLst/>
          </a:prstGeom>
        </p:spPr>
        <p:txBody>
          <a:bodyPr wrap="square">
            <a:spAutoFit/>
          </a:bodyPr>
          <a:lstStyle/>
          <a:p>
            <a:r>
              <a:rPr lang="en-US" sz="1600" b="0" i="0" dirty="0">
                <a:solidFill>
                  <a:srgbClr val="000000"/>
                </a:solidFill>
                <a:effectLst/>
                <a:latin typeface="Verdana" panose="020B0604030504040204" pitchFamily="34" charset="0"/>
              </a:rPr>
              <a:t>We take two adjacent column pixel values which are 1 and 3. We add them and got 4. 4 is then divided by 2</a:t>
            </a:r>
            <a:endParaRPr lang="en-IN" sz="1600" dirty="0"/>
          </a:p>
        </p:txBody>
      </p:sp>
    </p:spTree>
    <p:extLst>
      <p:ext uri="{BB962C8B-B14F-4D97-AF65-F5344CB8AC3E}">
        <p14:creationId xmlns:p14="http://schemas.microsoft.com/office/powerpoint/2010/main" val="786659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US" dirty="0"/>
              <a:t>Advantages and disadvantage.</a:t>
            </a:r>
          </a:p>
          <a:p>
            <a:pPr algn="just"/>
            <a:r>
              <a:rPr lang="en-US" dirty="0"/>
              <a:t>One of the advantage of this zooming technique , that it does not create as blurry picture as compare to the nearest neighbor interpolation method. But it also has a disadvantage that it can only run on the power of 2. It can be demonstrated here.</a:t>
            </a:r>
          </a:p>
          <a:p>
            <a:endParaRPr lang="en-IN" dirty="0"/>
          </a:p>
        </p:txBody>
      </p:sp>
    </p:spTree>
    <p:extLst>
      <p:ext uri="{BB962C8B-B14F-4D97-AF65-F5344CB8AC3E}">
        <p14:creationId xmlns:p14="http://schemas.microsoft.com/office/powerpoint/2010/main" val="35458046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Method 3: K-Times zooming</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US" dirty="0"/>
              <a:t>It is one of the most perfect zooming algorithm discussed so far. It caters the challenges of both twice zooming and pixel replication. K in this zooming algorithm stands for zooming factor.</a:t>
            </a:r>
          </a:p>
          <a:p>
            <a:r>
              <a:rPr lang="en-US" dirty="0"/>
              <a:t>First of all, you have to take two adjacent pixels as you did in the zooming twice. Then you have to subtract the smaller from the greater one. We call this output (OP).</a:t>
            </a:r>
          </a:p>
          <a:p>
            <a:r>
              <a:rPr lang="en-US" dirty="0"/>
              <a:t>Divide the output(OP) with the zooming factor(K). Now you have to add the result to the smaller value and put the result in between those two values.</a:t>
            </a:r>
          </a:p>
          <a:p>
            <a:r>
              <a:rPr lang="en-US" dirty="0"/>
              <a:t>Add the value OP again to the value you just put and place it again next to the previous putted value. You have to do it till you place k-1 values in it.</a:t>
            </a:r>
          </a:p>
          <a:p>
            <a:r>
              <a:rPr lang="en-US" dirty="0"/>
              <a:t>Repeat the same step for all the rows and the columns , and you get a zoomed images.</a:t>
            </a:r>
          </a:p>
          <a:p>
            <a:endParaRPr lang="en-IN" dirty="0"/>
          </a:p>
        </p:txBody>
      </p:sp>
    </p:spTree>
    <p:extLst>
      <p:ext uri="{BB962C8B-B14F-4D97-AF65-F5344CB8AC3E}">
        <p14:creationId xmlns:p14="http://schemas.microsoft.com/office/powerpoint/2010/main" val="2853404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graphicFrame>
        <p:nvGraphicFramePr>
          <p:cNvPr id="4" name="Content Placeholder 3"/>
          <p:cNvGraphicFramePr>
            <a:graphicFrameLocks noGrp="1"/>
          </p:cNvGraphicFramePr>
          <p:nvPr>
            <p:ph idx="1"/>
          </p:nvPr>
        </p:nvGraphicFramePr>
        <p:xfrm>
          <a:off x="726186" y="1772186"/>
          <a:ext cx="2917959" cy="853440"/>
        </p:xfrm>
        <a:graphic>
          <a:graphicData uri="http://schemas.openxmlformats.org/drawingml/2006/table">
            <a:tbl>
              <a:tblPr/>
              <a:tblGrid>
                <a:gridCol w="972653">
                  <a:extLst>
                    <a:ext uri="{9D8B030D-6E8A-4147-A177-3AD203B41FA5}">
                      <a16:colId xmlns:a16="http://schemas.microsoft.com/office/drawing/2014/main" val="3950024003"/>
                    </a:ext>
                  </a:extLst>
                </a:gridCol>
                <a:gridCol w="972653">
                  <a:extLst>
                    <a:ext uri="{9D8B030D-6E8A-4147-A177-3AD203B41FA5}">
                      <a16:colId xmlns:a16="http://schemas.microsoft.com/office/drawing/2014/main" val="1709719933"/>
                    </a:ext>
                  </a:extLst>
                </a:gridCol>
                <a:gridCol w="972653">
                  <a:extLst>
                    <a:ext uri="{9D8B030D-6E8A-4147-A177-3AD203B41FA5}">
                      <a16:colId xmlns:a16="http://schemas.microsoft.com/office/drawing/2014/main" val="365089291"/>
                    </a:ext>
                  </a:extLst>
                </a:gridCol>
              </a:tblGrid>
              <a:tr h="0">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539891567"/>
                  </a:ext>
                </a:extLst>
              </a:tr>
              <a:tr h="0">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2697660589"/>
                  </a:ext>
                </a:extLst>
              </a:tr>
            </a:tbl>
          </a:graphicData>
        </a:graphic>
      </p:graphicFrame>
      <p:sp>
        <p:nvSpPr>
          <p:cNvPr id="5" name="Rectangle 4"/>
          <p:cNvSpPr/>
          <p:nvPr/>
        </p:nvSpPr>
        <p:spPr>
          <a:xfrm>
            <a:off x="4926376" y="2057497"/>
            <a:ext cx="845103" cy="369332"/>
          </a:xfrm>
          <a:prstGeom prst="rect">
            <a:avLst/>
          </a:prstGeom>
        </p:spPr>
        <p:txBody>
          <a:bodyPr wrap="none">
            <a:spAutoFit/>
          </a:bodyPr>
          <a:lstStyle/>
          <a:p>
            <a:r>
              <a:rPr lang="en-IN" b="0" i="0" dirty="0">
                <a:solidFill>
                  <a:srgbClr val="000000"/>
                </a:solidFill>
                <a:effectLst/>
                <a:latin typeface="Verdana" panose="020B0604030504040204" pitchFamily="34" charset="0"/>
              </a:rPr>
              <a:t>K = 3</a:t>
            </a:r>
            <a:endParaRPr lang="en-IN" dirty="0"/>
          </a:p>
        </p:txBody>
      </p:sp>
      <p:sp>
        <p:nvSpPr>
          <p:cNvPr id="6" name="Rectangle 5"/>
          <p:cNvSpPr/>
          <p:nvPr/>
        </p:nvSpPr>
        <p:spPr>
          <a:xfrm>
            <a:off x="4926376" y="2426829"/>
            <a:ext cx="6096000" cy="646331"/>
          </a:xfrm>
          <a:prstGeom prst="rect">
            <a:avLst/>
          </a:prstGeom>
        </p:spPr>
        <p:txBody>
          <a:bodyPr>
            <a:spAutoFit/>
          </a:bodyPr>
          <a:lstStyle/>
          <a:p>
            <a:r>
              <a:rPr lang="en-US" b="0" i="0" dirty="0">
                <a:solidFill>
                  <a:srgbClr val="000000"/>
                </a:solidFill>
                <a:effectLst/>
                <a:latin typeface="Verdana" panose="020B0604030504040204" pitchFamily="34" charset="0"/>
              </a:rPr>
              <a:t>The number of values that should be inserted is k-1 = 3-1 = 2.</a:t>
            </a:r>
            <a:endParaRPr lang="en-IN" dirty="0"/>
          </a:p>
        </p:txBody>
      </p:sp>
      <p:sp>
        <p:nvSpPr>
          <p:cNvPr id="7" name="Rectangle 6"/>
          <p:cNvSpPr/>
          <p:nvPr/>
        </p:nvSpPr>
        <p:spPr>
          <a:xfrm>
            <a:off x="1024719" y="3014878"/>
            <a:ext cx="2320892" cy="369332"/>
          </a:xfrm>
          <a:prstGeom prst="rect">
            <a:avLst/>
          </a:prstGeom>
        </p:spPr>
        <p:txBody>
          <a:bodyPr wrap="none">
            <a:spAutoFit/>
          </a:bodyPr>
          <a:lstStyle/>
          <a:p>
            <a:r>
              <a:rPr lang="en-IN" b="0" i="0" dirty="0">
                <a:effectLst/>
                <a:latin typeface="Verdana" panose="020B0604030504040204" pitchFamily="34" charset="0"/>
              </a:rPr>
              <a:t>Row wise zooming</a:t>
            </a:r>
          </a:p>
        </p:txBody>
      </p:sp>
      <p:sp>
        <p:nvSpPr>
          <p:cNvPr id="8" name="Rectangle 7"/>
          <p:cNvSpPr/>
          <p:nvPr/>
        </p:nvSpPr>
        <p:spPr>
          <a:xfrm>
            <a:off x="297612" y="3462412"/>
            <a:ext cx="6096000" cy="3323987"/>
          </a:xfrm>
          <a:prstGeom prst="rect">
            <a:avLst/>
          </a:prstGeom>
        </p:spPr>
        <p:txBody>
          <a:bodyPr>
            <a:spAutoFit/>
          </a:bodyPr>
          <a:lstStyle/>
          <a:p>
            <a:r>
              <a:rPr lang="en-US" sz="1600" b="0" i="0" dirty="0">
                <a:solidFill>
                  <a:srgbClr val="000000"/>
                </a:solidFill>
                <a:effectLst/>
                <a:latin typeface="Verdana" panose="020B0604030504040204" pitchFamily="34" charset="0"/>
              </a:rPr>
              <a:t>Take the first two adjacent pixels. Which are 15 and 30.</a:t>
            </a:r>
          </a:p>
          <a:p>
            <a:r>
              <a:rPr lang="en-US" sz="1600" b="0" i="0" dirty="0">
                <a:solidFill>
                  <a:srgbClr val="000000"/>
                </a:solidFill>
                <a:effectLst/>
                <a:latin typeface="Verdana" panose="020B0604030504040204" pitchFamily="34" charset="0"/>
              </a:rPr>
              <a:t>Subtract 15 from 30. 30-15 = 15.</a:t>
            </a:r>
          </a:p>
          <a:p>
            <a:r>
              <a:rPr lang="en-US" sz="1600" b="0" i="0" dirty="0">
                <a:solidFill>
                  <a:srgbClr val="000000"/>
                </a:solidFill>
                <a:effectLst/>
                <a:latin typeface="Verdana" panose="020B0604030504040204" pitchFamily="34" charset="0"/>
              </a:rPr>
              <a:t>Divide 15 by k. 15/k = 15/3 = 5. We call it OP.(where op is just a name)</a:t>
            </a:r>
          </a:p>
          <a:p>
            <a:r>
              <a:rPr lang="en-US" sz="1600" b="0" i="0" dirty="0">
                <a:solidFill>
                  <a:srgbClr val="000000"/>
                </a:solidFill>
                <a:effectLst/>
                <a:latin typeface="Verdana" panose="020B0604030504040204" pitchFamily="34" charset="0"/>
              </a:rPr>
              <a:t>Add OP to lower number. 15 + OP = 15 + 5 = 20.</a:t>
            </a:r>
          </a:p>
          <a:p>
            <a:r>
              <a:rPr lang="en-US" sz="1600" b="0" i="0" dirty="0">
                <a:solidFill>
                  <a:srgbClr val="000000"/>
                </a:solidFill>
                <a:effectLst/>
                <a:latin typeface="Verdana" panose="020B0604030504040204" pitchFamily="34" charset="0"/>
              </a:rPr>
              <a:t>Add OP to 20 again. 20 + OP = 20 + 5 = 25.</a:t>
            </a:r>
          </a:p>
          <a:p>
            <a:r>
              <a:rPr lang="en-US" sz="1600" b="0" i="0" dirty="0">
                <a:solidFill>
                  <a:srgbClr val="000000"/>
                </a:solidFill>
                <a:effectLst/>
                <a:latin typeface="Verdana" panose="020B0604030504040204" pitchFamily="34" charset="0"/>
              </a:rPr>
              <a:t>We do that 2 times because we have to insert k-1 values.</a:t>
            </a:r>
          </a:p>
          <a:p>
            <a:r>
              <a:rPr lang="en-US" sz="1600" b="0" i="0" dirty="0">
                <a:solidFill>
                  <a:srgbClr val="000000"/>
                </a:solidFill>
                <a:effectLst/>
                <a:latin typeface="Verdana" panose="020B0604030504040204" pitchFamily="34" charset="0"/>
              </a:rPr>
              <a:t>Now repeat this step for the next two adjacent pixels. It is shown in the first table.</a:t>
            </a:r>
          </a:p>
          <a:p>
            <a:r>
              <a:rPr lang="en-US" sz="1600" b="0" i="0" dirty="0">
                <a:solidFill>
                  <a:srgbClr val="000000"/>
                </a:solidFill>
                <a:effectLst/>
                <a:latin typeface="Verdana" panose="020B0604030504040204" pitchFamily="34" charset="0"/>
              </a:rPr>
              <a:t>After inserting the values, you have to sort the inserted values in ascending order, so there remains a symmetry between them.</a:t>
            </a:r>
          </a:p>
          <a:p>
            <a:r>
              <a:rPr lang="en-US" sz="1600" b="0" i="0" dirty="0">
                <a:solidFill>
                  <a:srgbClr val="000000"/>
                </a:solidFill>
                <a:effectLst/>
                <a:latin typeface="Verdana" panose="020B0604030504040204" pitchFamily="34" charset="0"/>
              </a:rPr>
              <a:t>It is shown in the second table</a:t>
            </a:r>
          </a:p>
        </p:txBody>
      </p:sp>
      <p:graphicFrame>
        <p:nvGraphicFramePr>
          <p:cNvPr id="9" name="Table 8"/>
          <p:cNvGraphicFramePr>
            <a:graphicFrameLocks noGrp="1"/>
          </p:cNvGraphicFramePr>
          <p:nvPr/>
        </p:nvGraphicFramePr>
        <p:xfrm>
          <a:off x="6748554" y="4175466"/>
          <a:ext cx="4605244" cy="853440"/>
        </p:xfrm>
        <a:graphic>
          <a:graphicData uri="http://schemas.openxmlformats.org/drawingml/2006/table">
            <a:tbl>
              <a:tblPr/>
              <a:tblGrid>
                <a:gridCol w="657892">
                  <a:extLst>
                    <a:ext uri="{9D8B030D-6E8A-4147-A177-3AD203B41FA5}">
                      <a16:colId xmlns:a16="http://schemas.microsoft.com/office/drawing/2014/main" val="3559127038"/>
                    </a:ext>
                  </a:extLst>
                </a:gridCol>
                <a:gridCol w="657892">
                  <a:extLst>
                    <a:ext uri="{9D8B030D-6E8A-4147-A177-3AD203B41FA5}">
                      <a16:colId xmlns:a16="http://schemas.microsoft.com/office/drawing/2014/main" val="1755522099"/>
                    </a:ext>
                  </a:extLst>
                </a:gridCol>
                <a:gridCol w="657892">
                  <a:extLst>
                    <a:ext uri="{9D8B030D-6E8A-4147-A177-3AD203B41FA5}">
                      <a16:colId xmlns:a16="http://schemas.microsoft.com/office/drawing/2014/main" val="3943899203"/>
                    </a:ext>
                  </a:extLst>
                </a:gridCol>
                <a:gridCol w="657892">
                  <a:extLst>
                    <a:ext uri="{9D8B030D-6E8A-4147-A177-3AD203B41FA5}">
                      <a16:colId xmlns:a16="http://schemas.microsoft.com/office/drawing/2014/main" val="678588858"/>
                    </a:ext>
                  </a:extLst>
                </a:gridCol>
                <a:gridCol w="657892">
                  <a:extLst>
                    <a:ext uri="{9D8B030D-6E8A-4147-A177-3AD203B41FA5}">
                      <a16:colId xmlns:a16="http://schemas.microsoft.com/office/drawing/2014/main" val="3839968130"/>
                    </a:ext>
                  </a:extLst>
                </a:gridCol>
                <a:gridCol w="657892">
                  <a:extLst>
                    <a:ext uri="{9D8B030D-6E8A-4147-A177-3AD203B41FA5}">
                      <a16:colId xmlns:a16="http://schemas.microsoft.com/office/drawing/2014/main" val="4124531091"/>
                    </a:ext>
                  </a:extLst>
                </a:gridCol>
                <a:gridCol w="657892">
                  <a:extLst>
                    <a:ext uri="{9D8B030D-6E8A-4147-A177-3AD203B41FA5}">
                      <a16:colId xmlns:a16="http://schemas.microsoft.com/office/drawing/2014/main" val="3596151646"/>
                    </a:ext>
                  </a:extLst>
                </a:gridCol>
              </a:tblGrid>
              <a:tr h="0">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405772512"/>
                  </a:ext>
                </a:extLst>
              </a:tr>
              <a:tr h="0">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900708389"/>
                  </a:ext>
                </a:extLst>
              </a:tr>
            </a:tbl>
          </a:graphicData>
        </a:graphic>
      </p:graphicFrame>
      <p:pic>
        <p:nvPicPr>
          <p:cNvPr id="6146" name="Picture 2" descr="Table2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3612" y="5441807"/>
            <a:ext cx="5265510" cy="847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95779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584653"/>
            <a:ext cx="10515600" cy="4351338"/>
          </a:xfrm>
        </p:spPr>
        <p:txBody>
          <a:bodyPr/>
          <a:lstStyle/>
          <a:p>
            <a:r>
              <a:rPr lang="en-IN" dirty="0"/>
              <a:t>Column wise zooming</a:t>
            </a:r>
          </a:p>
          <a:p>
            <a:r>
              <a:rPr lang="en-US" dirty="0"/>
              <a:t>The same procedure has to be performed column wise. The procedure include taking the two adjacent pixel values, and then subtracting the smaller from the bigger one. Then after that, you have to divide it by k. Store the result as OP. Add OP to smaller one, and then again add OP to the value that comes in first addition of OP. Insert the new values.</a:t>
            </a:r>
            <a:endParaRPr lang="en-IN" dirty="0"/>
          </a:p>
        </p:txBody>
      </p:sp>
      <p:graphicFrame>
        <p:nvGraphicFramePr>
          <p:cNvPr id="4" name="Table 3"/>
          <p:cNvGraphicFramePr>
            <a:graphicFrameLocks noGrp="1"/>
          </p:cNvGraphicFramePr>
          <p:nvPr/>
        </p:nvGraphicFramePr>
        <p:xfrm>
          <a:off x="3247709" y="3722620"/>
          <a:ext cx="5539828" cy="1706880"/>
        </p:xfrm>
        <a:graphic>
          <a:graphicData uri="http://schemas.openxmlformats.org/drawingml/2006/table">
            <a:tbl>
              <a:tblPr/>
              <a:tblGrid>
                <a:gridCol w="791404">
                  <a:extLst>
                    <a:ext uri="{9D8B030D-6E8A-4147-A177-3AD203B41FA5}">
                      <a16:colId xmlns:a16="http://schemas.microsoft.com/office/drawing/2014/main" val="1503346275"/>
                    </a:ext>
                  </a:extLst>
                </a:gridCol>
                <a:gridCol w="791404">
                  <a:extLst>
                    <a:ext uri="{9D8B030D-6E8A-4147-A177-3AD203B41FA5}">
                      <a16:colId xmlns:a16="http://schemas.microsoft.com/office/drawing/2014/main" val="1819045510"/>
                    </a:ext>
                  </a:extLst>
                </a:gridCol>
                <a:gridCol w="791404">
                  <a:extLst>
                    <a:ext uri="{9D8B030D-6E8A-4147-A177-3AD203B41FA5}">
                      <a16:colId xmlns:a16="http://schemas.microsoft.com/office/drawing/2014/main" val="1256164636"/>
                    </a:ext>
                  </a:extLst>
                </a:gridCol>
                <a:gridCol w="791404">
                  <a:extLst>
                    <a:ext uri="{9D8B030D-6E8A-4147-A177-3AD203B41FA5}">
                      <a16:colId xmlns:a16="http://schemas.microsoft.com/office/drawing/2014/main" val="2481800584"/>
                    </a:ext>
                  </a:extLst>
                </a:gridCol>
                <a:gridCol w="791404">
                  <a:extLst>
                    <a:ext uri="{9D8B030D-6E8A-4147-A177-3AD203B41FA5}">
                      <a16:colId xmlns:a16="http://schemas.microsoft.com/office/drawing/2014/main" val="4129116220"/>
                    </a:ext>
                  </a:extLst>
                </a:gridCol>
                <a:gridCol w="791404">
                  <a:extLst>
                    <a:ext uri="{9D8B030D-6E8A-4147-A177-3AD203B41FA5}">
                      <a16:colId xmlns:a16="http://schemas.microsoft.com/office/drawing/2014/main" val="1320603503"/>
                    </a:ext>
                  </a:extLst>
                </a:gridCol>
                <a:gridCol w="791404">
                  <a:extLst>
                    <a:ext uri="{9D8B030D-6E8A-4147-A177-3AD203B41FA5}">
                      <a16:colId xmlns:a16="http://schemas.microsoft.com/office/drawing/2014/main" val="1273526780"/>
                    </a:ext>
                  </a:extLst>
                </a:gridCol>
              </a:tblGrid>
              <a:tr h="0">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381169032"/>
                  </a:ext>
                </a:extLst>
              </a:tr>
              <a:tr h="0">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21</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858594837"/>
                  </a:ext>
                </a:extLst>
              </a:tr>
              <a:tr h="0">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22</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710700894"/>
                  </a:ext>
                </a:extLst>
              </a:tr>
              <a:tr h="0">
                <a:tc>
                  <a:txBody>
                    <a:bodyPr/>
                    <a:lstStyle/>
                    <a:p>
                      <a:pPr algn="l"/>
                      <a:r>
                        <a:rPr lang="en-IN">
                          <a:effectLst/>
                        </a:rPr>
                        <a:t>30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15</a:t>
                      </a:r>
                    </a:p>
                  </a:txBody>
                  <a:tcPr marL="76200" marR="76200" marT="76200" marB="76200" anchor="ctr">
                    <a:lnL>
                      <a:noFill/>
                    </a:lnL>
                    <a:lnR>
                      <a:noFill/>
                    </a:lnR>
                    <a:lnT>
                      <a:noFill/>
                    </a:lnT>
                    <a:lnB>
                      <a:noFill/>
                    </a:lnB>
                    <a:solidFill>
                      <a:srgbClr val="FFFFFF"/>
                    </a:solidFill>
                  </a:tcPr>
                </a:tc>
                <a:tc>
                  <a:txBody>
                    <a:bodyPr/>
                    <a:lstStyle/>
                    <a:p>
                      <a:pPr algn="l"/>
                      <a:r>
                        <a:rPr lang="en-IN">
                          <a:effectLst/>
                        </a:rPr>
                        <a:t>20</a:t>
                      </a:r>
                    </a:p>
                  </a:txBody>
                  <a:tcPr marL="76200" marR="76200" marT="76200" marB="76200" anchor="ctr">
                    <a:lnL>
                      <a:noFill/>
                    </a:lnL>
                    <a:lnR>
                      <a:noFill/>
                    </a:lnR>
                    <a:lnT>
                      <a:noFill/>
                    </a:lnT>
                    <a:lnB>
                      <a:noFill/>
                    </a:lnB>
                    <a:solidFill>
                      <a:srgbClr val="FFFFFF"/>
                    </a:solidFill>
                  </a:tcPr>
                </a:tc>
                <a:tc>
                  <a:txBody>
                    <a:bodyPr/>
                    <a:lstStyle/>
                    <a:p>
                      <a:pPr algn="l"/>
                      <a:r>
                        <a:rPr lang="en-IN">
                          <a:effectLst/>
                        </a:rPr>
                        <a:t>25</a:t>
                      </a:r>
                    </a:p>
                  </a:txBody>
                  <a:tcPr marL="76200" marR="76200" marT="76200" marB="76200" anchor="ctr">
                    <a:lnL>
                      <a:noFill/>
                    </a:lnL>
                    <a:lnR>
                      <a:noFill/>
                    </a:lnR>
                    <a:lnT>
                      <a:noFill/>
                    </a:lnT>
                    <a:lnB>
                      <a:noFill/>
                    </a:lnB>
                    <a:solidFill>
                      <a:srgbClr val="FFFFFF"/>
                    </a:solidFill>
                  </a:tcPr>
                </a:tc>
                <a:tc>
                  <a:txBody>
                    <a:bodyPr/>
                    <a:lstStyle/>
                    <a:p>
                      <a:pPr algn="l"/>
                      <a:r>
                        <a:rPr lang="en-IN" dirty="0">
                          <a:effectLst/>
                        </a:rPr>
                        <a:t>30</a:t>
                      </a:r>
                    </a:p>
                  </a:txBody>
                  <a:tcPr marL="76200" marR="76200" marT="76200" marB="76200" anchor="ctr">
                    <a:lnL>
                      <a:noFill/>
                    </a:lnL>
                    <a:lnR>
                      <a:noFill/>
                    </a:lnR>
                    <a:lnT>
                      <a:noFill/>
                    </a:lnT>
                    <a:lnB>
                      <a:noFill/>
                    </a:lnB>
                    <a:solidFill>
                      <a:srgbClr val="FFFFFF"/>
                    </a:solidFill>
                  </a:tcPr>
                </a:tc>
                <a:extLst>
                  <a:ext uri="{0D108BD9-81ED-4DB2-BD59-A6C34878D82A}">
                    <a16:rowId xmlns:a16="http://schemas.microsoft.com/office/drawing/2014/main" val="1466283170"/>
                  </a:ext>
                </a:extLst>
              </a:tr>
            </a:tbl>
          </a:graphicData>
        </a:graphic>
      </p:graphicFrame>
      <p:sp>
        <p:nvSpPr>
          <p:cNvPr id="5" name="Rectangle 4"/>
          <p:cNvSpPr/>
          <p:nvPr/>
        </p:nvSpPr>
        <p:spPr>
          <a:xfrm>
            <a:off x="474617" y="5940475"/>
            <a:ext cx="10276114" cy="369332"/>
          </a:xfrm>
          <a:prstGeom prst="rect">
            <a:avLst/>
          </a:prstGeom>
        </p:spPr>
        <p:txBody>
          <a:bodyPr wrap="square">
            <a:spAutoFit/>
          </a:bodyPr>
          <a:lstStyle/>
          <a:p>
            <a:r>
              <a:rPr lang="en-US" b="0" i="0">
                <a:solidFill>
                  <a:srgbClr val="000000"/>
                </a:solidFill>
                <a:effectLst/>
                <a:latin typeface="Verdana" panose="020B0604030504040204" pitchFamily="34" charset="0"/>
              </a:rPr>
              <a:t>(K (number of rows minus 1) + 1) X (K (number of cols minus 1) + 1)</a:t>
            </a:r>
            <a:endParaRPr lang="en-IN" dirty="0"/>
          </a:p>
        </p:txBody>
      </p:sp>
    </p:spTree>
    <p:extLst>
      <p:ext uri="{BB962C8B-B14F-4D97-AF65-F5344CB8AC3E}">
        <p14:creationId xmlns:p14="http://schemas.microsoft.com/office/powerpoint/2010/main" val="1872645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r>
              <a:rPr lang="en-IN" dirty="0"/>
              <a:t>Advantages and disadvantages</a:t>
            </a:r>
          </a:p>
          <a:p>
            <a:r>
              <a:rPr lang="en-US" dirty="0"/>
              <a:t>The one of the clear advantage that k time zooming algorithm has that it is able to compute zoom of any factor which was the power of pixel replication algorithm , also it gives improved result (less blurry) which was the power of zero order hold method. So hence It comprises the power of the two algorithms.</a:t>
            </a:r>
          </a:p>
          <a:p>
            <a:r>
              <a:rPr lang="en-US" dirty="0"/>
              <a:t>The only difficulty this algorithm has that it has to be sort in the end, which is an additional step, and thus increases the cost of computation.</a:t>
            </a:r>
          </a:p>
          <a:p>
            <a:endParaRPr lang="en-IN" dirty="0"/>
          </a:p>
        </p:txBody>
      </p:sp>
    </p:spTree>
    <p:extLst>
      <p:ext uri="{BB962C8B-B14F-4D97-AF65-F5344CB8AC3E}">
        <p14:creationId xmlns:p14="http://schemas.microsoft.com/office/powerpoint/2010/main" val="1520278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Shrinking</a:t>
            </a:r>
            <a:r>
              <a:rPr lang="en-IN" dirty="0"/>
              <a:t>(Down scaling, resizing downward, Down Sampling)</a:t>
            </a:r>
          </a:p>
        </p:txBody>
      </p:sp>
      <p:sp>
        <p:nvSpPr>
          <p:cNvPr id="3" name="Content Placeholder 2"/>
          <p:cNvSpPr>
            <a:spLocks noGrp="1"/>
          </p:cNvSpPr>
          <p:nvPr>
            <p:ph idx="1"/>
          </p:nvPr>
        </p:nvSpPr>
        <p:spPr/>
        <p:txBody>
          <a:bodyPr/>
          <a:lstStyle/>
          <a:p>
            <a:pPr algn="just"/>
            <a:r>
              <a:rPr lang="en-US" dirty="0"/>
              <a:t>Image shrinking is done in the similar manner as zooming with one difference as now the process of pixel replication is row column deletion. Now we can delete every second column and row for shrinking</a:t>
            </a:r>
            <a:endParaRPr lang="en-IN" dirty="0"/>
          </a:p>
        </p:txBody>
      </p:sp>
      <p:pic>
        <p:nvPicPr>
          <p:cNvPr id="4" name="Picture 3"/>
          <p:cNvPicPr>
            <a:picLocks noChangeAspect="1"/>
          </p:cNvPicPr>
          <p:nvPr/>
        </p:nvPicPr>
        <p:blipFill>
          <a:blip r:embed="rId2"/>
          <a:stretch>
            <a:fillRect/>
          </a:stretch>
        </p:blipFill>
        <p:spPr>
          <a:xfrm>
            <a:off x="3223876" y="3197619"/>
            <a:ext cx="6449641" cy="3519469"/>
          </a:xfrm>
          <a:prstGeom prst="rect">
            <a:avLst/>
          </a:prstGeom>
        </p:spPr>
      </p:pic>
    </p:spTree>
    <p:extLst>
      <p:ext uri="{BB962C8B-B14F-4D97-AF65-F5344CB8AC3E}">
        <p14:creationId xmlns:p14="http://schemas.microsoft.com/office/powerpoint/2010/main" val="3403224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rotWithShape="1">
          <a:blip r:embed="rId2"/>
          <a:srcRect l="38689" t="44911" r="18141" b="27946"/>
          <a:stretch/>
        </p:blipFill>
        <p:spPr>
          <a:xfrm>
            <a:off x="1449976" y="2570174"/>
            <a:ext cx="8684221" cy="3069772"/>
          </a:xfrm>
          <a:prstGeom prst="rect">
            <a:avLst/>
          </a:prstGeom>
        </p:spPr>
      </p:pic>
    </p:spTree>
    <p:extLst>
      <p:ext uri="{BB962C8B-B14F-4D97-AF65-F5344CB8AC3E}">
        <p14:creationId xmlns:p14="http://schemas.microsoft.com/office/powerpoint/2010/main" val="3955325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Sampling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200" y="1825625"/>
            <a:ext cx="10341872" cy="3621586"/>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3640320" y="57600"/>
              <a:ext cx="8118720" cy="4923720"/>
            </p14:xfrm>
          </p:contentPart>
        </mc:Choice>
        <mc:Fallback xmlns="">
          <p:pic>
            <p:nvPicPr>
              <p:cNvPr id="5" name="Ink 4"/>
              <p:cNvPicPr/>
              <p:nvPr/>
            </p:nvPicPr>
            <p:blipFill>
              <a:blip r:embed="rId4"/>
              <a:stretch>
                <a:fillRect/>
              </a:stretch>
            </p:blipFill>
            <p:spPr>
              <a:xfrm>
                <a:off x="3630960" y="48240"/>
                <a:ext cx="8137440" cy="4942440"/>
              </a:xfrm>
              <a:prstGeom prst="rect">
                <a:avLst/>
              </a:prstGeom>
            </p:spPr>
          </p:pic>
        </mc:Fallback>
      </mc:AlternateContent>
    </p:spTree>
    <p:extLst>
      <p:ext uri="{BB962C8B-B14F-4D97-AF65-F5344CB8AC3E}">
        <p14:creationId xmlns:p14="http://schemas.microsoft.com/office/powerpoint/2010/main" val="28088505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401904" y="901954"/>
            <a:ext cx="11236538" cy="5018499"/>
          </a:xfrm>
          <a:prstGeom prst="rect">
            <a:avLst/>
          </a:prstGeom>
        </p:spPr>
      </p:pic>
      <mc:AlternateContent xmlns:mc="http://schemas.openxmlformats.org/markup-compatibility/2006" xmlns:p14="http://schemas.microsoft.com/office/powerpoint/2010/main">
        <mc:Choice Requires="p14">
          <p:contentPart p14:bwMode="auto" r:id="rId3">
            <p14:nvContentPartPr>
              <p14:cNvPr id="5" name="Ink 4"/>
              <p14:cNvContentPartPr/>
              <p14:nvPr/>
            </p14:nvContentPartPr>
            <p14:xfrm>
              <a:off x="1921320" y="158760"/>
              <a:ext cx="10097640" cy="2266920"/>
            </p14:xfrm>
          </p:contentPart>
        </mc:Choice>
        <mc:Fallback xmlns="">
          <p:pic>
            <p:nvPicPr>
              <p:cNvPr id="5" name="Ink 4"/>
              <p:cNvPicPr/>
              <p:nvPr/>
            </p:nvPicPr>
            <p:blipFill>
              <a:blip r:embed="rId4"/>
              <a:stretch>
                <a:fillRect/>
              </a:stretch>
            </p:blipFill>
            <p:spPr>
              <a:xfrm>
                <a:off x="1911960" y="149400"/>
                <a:ext cx="10116360" cy="2285640"/>
              </a:xfrm>
              <a:prstGeom prst="rect">
                <a:avLst/>
              </a:prstGeom>
            </p:spPr>
          </p:pic>
        </mc:Fallback>
      </mc:AlternateContent>
    </p:spTree>
    <p:extLst>
      <p:ext uri="{BB962C8B-B14F-4D97-AF65-F5344CB8AC3E}">
        <p14:creationId xmlns:p14="http://schemas.microsoft.com/office/powerpoint/2010/main" val="40216646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Critically Sampled</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838199" y="1937293"/>
            <a:ext cx="9030441" cy="4239669"/>
          </a:xfrm>
          <a:prstGeom prst="rect">
            <a:avLst/>
          </a:prstGeom>
        </p:spPr>
      </p:pic>
    </p:spTree>
    <p:extLst>
      <p:ext uri="{BB962C8B-B14F-4D97-AF65-F5344CB8AC3E}">
        <p14:creationId xmlns:p14="http://schemas.microsoft.com/office/powerpoint/2010/main" val="41364362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 Sampling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098852" y="1825624"/>
            <a:ext cx="8502347" cy="4300411"/>
          </a:xfrm>
          <a:prstGeom prst="rect">
            <a:avLst/>
          </a:prstGeom>
        </p:spPr>
      </p:pic>
    </p:spTree>
    <p:extLst>
      <p:ext uri="{BB962C8B-B14F-4D97-AF65-F5344CB8AC3E}">
        <p14:creationId xmlns:p14="http://schemas.microsoft.com/office/powerpoint/2010/main" val="2854816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 Sampling (Aliasing)</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412966" y="1732417"/>
            <a:ext cx="8767082" cy="4444546"/>
          </a:xfrm>
          <a:prstGeom prst="rect">
            <a:avLst/>
          </a:prstGeom>
        </p:spPr>
      </p:pic>
    </p:spTree>
    <p:extLst>
      <p:ext uri="{BB962C8B-B14F-4D97-AF65-F5344CB8AC3E}">
        <p14:creationId xmlns:p14="http://schemas.microsoft.com/office/powerpoint/2010/main" val="39651339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2D </a:t>
            </a:r>
            <a:r>
              <a:rPr lang="en-US" dirty="0" err="1"/>
              <a:t>Nyquist</a:t>
            </a:r>
            <a:r>
              <a:rPr lang="en-US" dirty="0"/>
              <a:t> </a:t>
            </a:r>
            <a:r>
              <a:rPr lang="en-US" dirty="0" err="1"/>
              <a:t>Theoram</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1057771" y="1825625"/>
            <a:ext cx="9954161" cy="4351338"/>
          </a:xfrm>
          <a:prstGeom prst="rect">
            <a:avLst/>
          </a:prstGeom>
        </p:spPr>
      </p:pic>
    </p:spTree>
    <p:extLst>
      <p:ext uri="{BB962C8B-B14F-4D97-AF65-F5344CB8AC3E}">
        <p14:creationId xmlns:p14="http://schemas.microsoft.com/office/powerpoint/2010/main" val="10941822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Down Sampling (Sampling Rate reduction)</a:t>
            </a:r>
            <a:endParaRPr lang="en-IN" dirty="0"/>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658003" y="1384835"/>
            <a:ext cx="3613551" cy="3007067"/>
          </a:xfrm>
          <a:prstGeom prst="rect">
            <a:avLst/>
          </a:prstGeom>
        </p:spPr>
      </p:pic>
      <p:pic>
        <p:nvPicPr>
          <p:cNvPr id="5" name="Picture 4"/>
          <p:cNvPicPr>
            <a:picLocks noChangeAspect="1"/>
          </p:cNvPicPr>
          <p:nvPr/>
        </p:nvPicPr>
        <p:blipFill>
          <a:blip r:embed="rId3"/>
          <a:stretch>
            <a:fillRect/>
          </a:stretch>
        </p:blipFill>
        <p:spPr>
          <a:xfrm>
            <a:off x="4933406" y="1495817"/>
            <a:ext cx="2992018" cy="2505477"/>
          </a:xfrm>
          <a:prstGeom prst="rect">
            <a:avLst/>
          </a:prstGeom>
        </p:spPr>
      </p:pic>
      <p:pic>
        <p:nvPicPr>
          <p:cNvPr id="6" name="Picture 5"/>
          <p:cNvPicPr>
            <a:picLocks noChangeAspect="1"/>
          </p:cNvPicPr>
          <p:nvPr/>
        </p:nvPicPr>
        <p:blipFill>
          <a:blip r:embed="rId4"/>
          <a:stretch>
            <a:fillRect/>
          </a:stretch>
        </p:blipFill>
        <p:spPr>
          <a:xfrm>
            <a:off x="658003" y="4256966"/>
            <a:ext cx="2699984" cy="2360787"/>
          </a:xfrm>
          <a:prstGeom prst="rect">
            <a:avLst/>
          </a:prstGeom>
        </p:spPr>
      </p:pic>
      <p:pic>
        <p:nvPicPr>
          <p:cNvPr id="7" name="Picture 6"/>
          <p:cNvPicPr>
            <a:picLocks noChangeAspect="1"/>
          </p:cNvPicPr>
          <p:nvPr/>
        </p:nvPicPr>
        <p:blipFill>
          <a:blip r:embed="rId5"/>
          <a:stretch>
            <a:fillRect/>
          </a:stretch>
        </p:blipFill>
        <p:spPr>
          <a:xfrm>
            <a:off x="4271554" y="4074977"/>
            <a:ext cx="3004457" cy="2672176"/>
          </a:xfrm>
          <a:prstGeom prst="rect">
            <a:avLst/>
          </a:prstGeom>
        </p:spPr>
      </p:pic>
    </p:spTree>
    <p:extLst>
      <p:ext uri="{BB962C8B-B14F-4D97-AF65-F5344CB8AC3E}">
        <p14:creationId xmlns:p14="http://schemas.microsoft.com/office/powerpoint/2010/main" val="427079048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688635" y="619244"/>
            <a:ext cx="10814730" cy="4762654"/>
          </a:xfrm>
          <a:prstGeom prst="rect">
            <a:avLst/>
          </a:prstGeom>
        </p:spPr>
      </p:pic>
    </p:spTree>
    <p:extLst>
      <p:ext uri="{BB962C8B-B14F-4D97-AF65-F5344CB8AC3E}">
        <p14:creationId xmlns:p14="http://schemas.microsoft.com/office/powerpoint/2010/main" val="2734214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Upsampling</a:t>
            </a:r>
            <a:endParaRPr lang="en-IN" dirty="0"/>
          </a:p>
        </p:txBody>
      </p:sp>
      <p:sp>
        <p:nvSpPr>
          <p:cNvPr id="3" name="Content Placeholder 2"/>
          <p:cNvSpPr>
            <a:spLocks noGrp="1"/>
          </p:cNvSpPr>
          <p:nvPr>
            <p:ph idx="1"/>
          </p:nvPr>
        </p:nvSpPr>
        <p:spPr/>
        <p:txBody>
          <a:bodyPr/>
          <a:lstStyle/>
          <a:p>
            <a:endParaRPr lang="en-IN" dirty="0"/>
          </a:p>
        </p:txBody>
      </p:sp>
      <p:pic>
        <p:nvPicPr>
          <p:cNvPr id="4" name="Picture 3"/>
          <p:cNvPicPr>
            <a:picLocks noChangeAspect="1"/>
          </p:cNvPicPr>
          <p:nvPr/>
        </p:nvPicPr>
        <p:blipFill>
          <a:blip r:embed="rId2"/>
          <a:stretch>
            <a:fillRect/>
          </a:stretch>
        </p:blipFill>
        <p:spPr>
          <a:xfrm>
            <a:off x="838200" y="1520871"/>
            <a:ext cx="3563983" cy="3046707"/>
          </a:xfrm>
          <a:prstGeom prst="rect">
            <a:avLst/>
          </a:prstGeom>
        </p:spPr>
      </p:pic>
      <p:pic>
        <p:nvPicPr>
          <p:cNvPr id="5" name="Picture 4"/>
          <p:cNvPicPr>
            <a:picLocks noChangeAspect="1"/>
          </p:cNvPicPr>
          <p:nvPr/>
        </p:nvPicPr>
        <p:blipFill>
          <a:blip r:embed="rId3"/>
          <a:stretch>
            <a:fillRect/>
          </a:stretch>
        </p:blipFill>
        <p:spPr>
          <a:xfrm>
            <a:off x="2022155" y="3600079"/>
            <a:ext cx="3072359" cy="2711821"/>
          </a:xfrm>
          <a:prstGeom prst="rect">
            <a:avLst/>
          </a:prstGeom>
        </p:spPr>
      </p:pic>
      <p:pic>
        <p:nvPicPr>
          <p:cNvPr id="6" name="Picture 5"/>
          <p:cNvPicPr>
            <a:picLocks noChangeAspect="1"/>
          </p:cNvPicPr>
          <p:nvPr/>
        </p:nvPicPr>
        <p:blipFill>
          <a:blip r:embed="rId4"/>
          <a:stretch>
            <a:fillRect/>
          </a:stretch>
        </p:blipFill>
        <p:spPr>
          <a:xfrm>
            <a:off x="5307126" y="1099413"/>
            <a:ext cx="3497240" cy="3094244"/>
          </a:xfrm>
          <a:prstGeom prst="rect">
            <a:avLst/>
          </a:prstGeom>
        </p:spPr>
      </p:pic>
      <p:pic>
        <p:nvPicPr>
          <p:cNvPr id="7" name="Picture 6"/>
          <p:cNvPicPr>
            <a:picLocks noChangeAspect="1"/>
          </p:cNvPicPr>
          <p:nvPr/>
        </p:nvPicPr>
        <p:blipFill>
          <a:blip r:embed="rId5"/>
          <a:stretch>
            <a:fillRect/>
          </a:stretch>
        </p:blipFill>
        <p:spPr>
          <a:xfrm>
            <a:off x="8500924" y="3528642"/>
            <a:ext cx="2852876" cy="2648321"/>
          </a:xfrm>
          <a:prstGeom prst="rect">
            <a:avLst/>
          </a:prstGeom>
        </p:spPr>
      </p:pic>
    </p:spTree>
    <p:extLst>
      <p:ext uri="{BB962C8B-B14F-4D97-AF65-F5344CB8AC3E}">
        <p14:creationId xmlns:p14="http://schemas.microsoft.com/office/powerpoint/2010/main" val="354768284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4" name="Picture 3"/>
          <p:cNvPicPr>
            <a:picLocks noChangeAspect="1"/>
          </p:cNvPicPr>
          <p:nvPr/>
        </p:nvPicPr>
        <p:blipFill>
          <a:blip r:embed="rId2"/>
          <a:stretch>
            <a:fillRect/>
          </a:stretch>
        </p:blipFill>
        <p:spPr>
          <a:xfrm>
            <a:off x="3142941" y="206344"/>
            <a:ext cx="7003398" cy="3373500"/>
          </a:xfrm>
          <a:prstGeom prst="rect">
            <a:avLst/>
          </a:prstGeom>
        </p:spPr>
      </p:pic>
      <p:pic>
        <p:nvPicPr>
          <p:cNvPr id="5" name="Picture 4"/>
          <p:cNvPicPr>
            <a:picLocks noChangeAspect="1"/>
          </p:cNvPicPr>
          <p:nvPr/>
        </p:nvPicPr>
        <p:blipFill>
          <a:blip r:embed="rId3"/>
          <a:stretch>
            <a:fillRect/>
          </a:stretch>
        </p:blipFill>
        <p:spPr>
          <a:xfrm>
            <a:off x="2803306" y="3524825"/>
            <a:ext cx="7172562" cy="3333175"/>
          </a:xfrm>
          <a:prstGeom prst="rect">
            <a:avLst/>
          </a:prstGeom>
        </p:spPr>
      </p:pic>
    </p:spTree>
    <p:extLst>
      <p:ext uri="{BB962C8B-B14F-4D97-AF65-F5344CB8AC3E}">
        <p14:creationId xmlns:p14="http://schemas.microsoft.com/office/powerpoint/2010/main" val="17434166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Basic Relationships between Pixels </a:t>
            </a:r>
          </a:p>
        </p:txBody>
      </p:sp>
      <p:sp>
        <p:nvSpPr>
          <p:cNvPr id="3" name="Content Placeholder 2"/>
          <p:cNvSpPr>
            <a:spLocks noGrp="1"/>
          </p:cNvSpPr>
          <p:nvPr>
            <p:ph idx="1"/>
          </p:nvPr>
        </p:nvSpPr>
        <p:spPr/>
        <p:txBody>
          <a:bodyPr/>
          <a:lstStyle/>
          <a:p>
            <a:r>
              <a:rPr lang="en-IN" b="1" dirty="0" err="1"/>
              <a:t>Neighborhood</a:t>
            </a:r>
            <a:r>
              <a:rPr lang="en-IN" b="1" dirty="0"/>
              <a:t> </a:t>
            </a:r>
            <a:endParaRPr lang="en-IN" dirty="0"/>
          </a:p>
          <a:p>
            <a:r>
              <a:rPr lang="en-IN" b="1" dirty="0"/>
              <a:t>Connectivity </a:t>
            </a:r>
            <a:endParaRPr lang="en-IN" dirty="0"/>
          </a:p>
          <a:p>
            <a:r>
              <a:rPr lang="en-IN" b="1" dirty="0"/>
              <a:t>Adjacency </a:t>
            </a:r>
            <a:endParaRPr lang="en-IN" dirty="0"/>
          </a:p>
          <a:p>
            <a:r>
              <a:rPr lang="en-IN" b="1" dirty="0"/>
              <a:t>Paths </a:t>
            </a:r>
            <a:endParaRPr lang="en-IN" dirty="0"/>
          </a:p>
          <a:p>
            <a:r>
              <a:rPr lang="en-IN" b="1" dirty="0"/>
              <a:t>Regions and boundaries </a:t>
            </a:r>
            <a:endParaRPr lang="en-IN" dirty="0"/>
          </a:p>
          <a:p>
            <a:endParaRPr lang="en-IN" dirty="0"/>
          </a:p>
        </p:txBody>
      </p:sp>
    </p:spTree>
    <p:extLst>
      <p:ext uri="{BB962C8B-B14F-4D97-AF65-F5344CB8AC3E}">
        <p14:creationId xmlns:p14="http://schemas.microsoft.com/office/powerpoint/2010/main" val="36755553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Pixels Neighbourhood </a:t>
            </a:r>
          </a:p>
        </p:txBody>
      </p:sp>
      <p:sp>
        <p:nvSpPr>
          <p:cNvPr id="3" name="Content Placeholder 2"/>
          <p:cNvSpPr>
            <a:spLocks noGrp="1"/>
          </p:cNvSpPr>
          <p:nvPr>
            <p:ph idx="1"/>
          </p:nvPr>
        </p:nvSpPr>
        <p:spPr/>
        <p:txBody>
          <a:bodyPr/>
          <a:lstStyle/>
          <a:p>
            <a:r>
              <a:rPr lang="en-US" dirty="0"/>
              <a:t>Neighbors of a pixel p at coordinates (</a:t>
            </a:r>
            <a:r>
              <a:rPr lang="en-US" dirty="0" err="1"/>
              <a:t>x,y</a:t>
            </a:r>
            <a:r>
              <a:rPr lang="en-US" dirty="0"/>
              <a:t>) </a:t>
            </a:r>
          </a:p>
          <a:p>
            <a:r>
              <a:rPr lang="en-US" b="1" dirty="0"/>
              <a:t>4-neighbors of p</a:t>
            </a:r>
            <a:r>
              <a:rPr lang="en-US" dirty="0"/>
              <a:t>, denoted by N4(p): (x-1, y), (x+1, y), (x,y-1), and (x, y+1) </a:t>
            </a:r>
          </a:p>
          <a:p>
            <a:endParaRPr lang="en-US" dirty="0"/>
          </a:p>
          <a:p>
            <a:endParaRPr lang="en-US" b="1" dirty="0"/>
          </a:p>
          <a:p>
            <a:r>
              <a:rPr lang="en-US" b="1" dirty="0"/>
              <a:t>4 diagonal neighbors of p, denoted by ND(p): (x-1, y-1), (x+1, y+1), (x+1,y-1), and (x-1, y+1) </a:t>
            </a:r>
          </a:p>
          <a:p>
            <a:endParaRPr lang="en-US" dirty="0"/>
          </a:p>
          <a:p>
            <a:r>
              <a:rPr lang="en-US" b="1" dirty="0"/>
              <a:t>8 neighbors of </a:t>
            </a:r>
            <a:r>
              <a:rPr lang="en-US" b="1" dirty="0" err="1"/>
              <a:t>p,denoted</a:t>
            </a:r>
            <a:r>
              <a:rPr lang="en-US" b="1" dirty="0"/>
              <a:t> N8(p) N8(p) = N4(p) U ND(p) </a:t>
            </a:r>
            <a:endParaRPr lang="en-US" dirty="0"/>
          </a:p>
          <a:p>
            <a:endParaRPr lang="en-IN" dirty="0"/>
          </a:p>
        </p:txBody>
      </p:sp>
      <p:pic>
        <p:nvPicPr>
          <p:cNvPr id="4" name="Picture 3"/>
          <p:cNvPicPr>
            <a:picLocks noChangeAspect="1"/>
          </p:cNvPicPr>
          <p:nvPr/>
        </p:nvPicPr>
        <p:blipFill>
          <a:blip r:embed="rId2"/>
          <a:stretch>
            <a:fillRect/>
          </a:stretch>
        </p:blipFill>
        <p:spPr>
          <a:xfrm>
            <a:off x="2985646" y="2924840"/>
            <a:ext cx="1465827" cy="1321828"/>
          </a:xfrm>
          <a:prstGeom prst="rect">
            <a:avLst/>
          </a:prstGeom>
        </p:spPr>
      </p:pic>
      <p:pic>
        <p:nvPicPr>
          <p:cNvPr id="5" name="Picture 4"/>
          <p:cNvPicPr>
            <a:picLocks noChangeAspect="1"/>
          </p:cNvPicPr>
          <p:nvPr/>
        </p:nvPicPr>
        <p:blipFill>
          <a:blip r:embed="rId3"/>
          <a:stretch>
            <a:fillRect/>
          </a:stretch>
        </p:blipFill>
        <p:spPr>
          <a:xfrm>
            <a:off x="5607391" y="3218060"/>
            <a:ext cx="977218" cy="802828"/>
          </a:xfrm>
          <a:prstGeom prst="rect">
            <a:avLst/>
          </a:prstGeom>
        </p:spPr>
      </p:pic>
      <p:pic>
        <p:nvPicPr>
          <p:cNvPr id="6" name="Picture 5"/>
          <p:cNvPicPr>
            <a:picLocks noChangeAspect="1"/>
          </p:cNvPicPr>
          <p:nvPr/>
        </p:nvPicPr>
        <p:blipFill>
          <a:blip r:embed="rId4"/>
          <a:stretch>
            <a:fillRect/>
          </a:stretch>
        </p:blipFill>
        <p:spPr>
          <a:xfrm>
            <a:off x="6355198" y="4683479"/>
            <a:ext cx="944644" cy="729844"/>
          </a:xfrm>
          <a:prstGeom prst="rect">
            <a:avLst/>
          </a:prstGeom>
        </p:spPr>
      </p:pic>
      <p:pic>
        <p:nvPicPr>
          <p:cNvPr id="7" name="Picture 6"/>
          <p:cNvPicPr>
            <a:picLocks noChangeAspect="1"/>
          </p:cNvPicPr>
          <p:nvPr/>
        </p:nvPicPr>
        <p:blipFill>
          <a:blip r:embed="rId5"/>
          <a:stretch>
            <a:fillRect/>
          </a:stretch>
        </p:blipFill>
        <p:spPr>
          <a:xfrm>
            <a:off x="7340936" y="6002914"/>
            <a:ext cx="926810" cy="807562"/>
          </a:xfrm>
          <a:prstGeom prst="rect">
            <a:avLst/>
          </a:prstGeom>
        </p:spPr>
      </p:pic>
      <p:pic>
        <p:nvPicPr>
          <p:cNvPr id="8" name="Picture 7"/>
          <p:cNvPicPr>
            <a:picLocks noChangeAspect="1"/>
          </p:cNvPicPr>
          <p:nvPr/>
        </p:nvPicPr>
        <p:blipFill>
          <a:blip r:embed="rId6"/>
          <a:stretch>
            <a:fillRect/>
          </a:stretch>
        </p:blipFill>
        <p:spPr>
          <a:xfrm>
            <a:off x="6982194" y="3111355"/>
            <a:ext cx="3974021" cy="948797"/>
          </a:xfrm>
          <a:prstGeom prst="rect">
            <a:avLst/>
          </a:prstGeom>
        </p:spPr>
      </p:pic>
      <p:pic>
        <p:nvPicPr>
          <p:cNvPr id="9" name="Picture 8"/>
          <p:cNvPicPr>
            <a:picLocks noChangeAspect="1"/>
          </p:cNvPicPr>
          <p:nvPr/>
        </p:nvPicPr>
        <p:blipFill>
          <a:blip r:embed="rId7"/>
          <a:stretch>
            <a:fillRect/>
          </a:stretch>
        </p:blipFill>
        <p:spPr>
          <a:xfrm>
            <a:off x="7580486" y="4683480"/>
            <a:ext cx="3470650" cy="1067742"/>
          </a:xfrm>
          <a:prstGeom prst="rect">
            <a:avLst/>
          </a:prstGeom>
        </p:spPr>
      </p:pic>
      <p:pic>
        <p:nvPicPr>
          <p:cNvPr id="10" name="Picture 9"/>
          <p:cNvPicPr>
            <a:picLocks noChangeAspect="1"/>
          </p:cNvPicPr>
          <p:nvPr/>
        </p:nvPicPr>
        <p:blipFill>
          <a:blip r:embed="rId8"/>
          <a:stretch>
            <a:fillRect/>
          </a:stretch>
        </p:blipFill>
        <p:spPr>
          <a:xfrm>
            <a:off x="9105946" y="5712446"/>
            <a:ext cx="3086054" cy="930683"/>
          </a:xfrm>
          <a:prstGeom prst="rect">
            <a:avLst/>
          </a:prstGeom>
        </p:spPr>
      </p:pic>
    </p:spTree>
    <p:extLst>
      <p:ext uri="{BB962C8B-B14F-4D97-AF65-F5344CB8AC3E}">
        <p14:creationId xmlns:p14="http://schemas.microsoft.com/office/powerpoint/2010/main" val="459563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Connectivity &amp; Adjacency </a:t>
            </a:r>
          </a:p>
        </p:txBody>
      </p:sp>
      <p:sp>
        <p:nvSpPr>
          <p:cNvPr id="3" name="Content Placeholder 2"/>
          <p:cNvSpPr>
            <a:spLocks noGrp="1"/>
          </p:cNvSpPr>
          <p:nvPr>
            <p:ph idx="1"/>
          </p:nvPr>
        </p:nvSpPr>
        <p:spPr/>
        <p:txBody>
          <a:bodyPr>
            <a:normAutofit fontScale="85000" lnSpcReduction="10000"/>
          </a:bodyPr>
          <a:lstStyle/>
          <a:p>
            <a:r>
              <a:rPr lang="en-US" dirty="0"/>
              <a:t>Two pixels are said to be connected if they are adjacent in some sense</a:t>
            </a:r>
          </a:p>
          <a:p>
            <a:pPr lvl="1"/>
            <a:r>
              <a:rPr lang="en-US" dirty="0"/>
              <a:t>They are neighbors</a:t>
            </a:r>
          </a:p>
          <a:p>
            <a:pPr lvl="1"/>
            <a:r>
              <a:rPr lang="en-US" dirty="0"/>
              <a:t>There intensity values are the similar [gray levels are equal]</a:t>
            </a:r>
            <a:endParaRPr lang="en-IN" dirty="0"/>
          </a:p>
          <a:p>
            <a:pPr lvl="1"/>
            <a:endParaRPr lang="en-US" dirty="0"/>
          </a:p>
          <a:p>
            <a:pPr lvl="1"/>
            <a:r>
              <a:rPr lang="en-US" dirty="0"/>
              <a:t>Let V be the set of intensity values </a:t>
            </a:r>
          </a:p>
          <a:p>
            <a:pPr lvl="1"/>
            <a:r>
              <a:rPr lang="en-US" b="1" dirty="0"/>
              <a:t>4-adjacency: </a:t>
            </a:r>
            <a:r>
              <a:rPr lang="en-US" dirty="0"/>
              <a:t>Two pixels </a:t>
            </a:r>
            <a:r>
              <a:rPr lang="en-US" b="1" dirty="0"/>
              <a:t>p </a:t>
            </a:r>
            <a:r>
              <a:rPr lang="en-US" dirty="0"/>
              <a:t>and </a:t>
            </a:r>
            <a:r>
              <a:rPr lang="en-US" b="1" dirty="0"/>
              <a:t>q </a:t>
            </a:r>
            <a:r>
              <a:rPr lang="en-US" dirty="0"/>
              <a:t>with values from </a:t>
            </a:r>
            <a:r>
              <a:rPr lang="en-US" b="1" dirty="0"/>
              <a:t>V </a:t>
            </a:r>
            <a:r>
              <a:rPr lang="en-US" dirty="0"/>
              <a:t>are </a:t>
            </a:r>
            <a:r>
              <a:rPr lang="en-US" b="1" dirty="0"/>
              <a:t>4-adjacent </a:t>
            </a:r>
            <a:r>
              <a:rPr lang="en-US" dirty="0"/>
              <a:t>if </a:t>
            </a:r>
            <a:r>
              <a:rPr lang="en-US" b="1" dirty="0"/>
              <a:t>q </a:t>
            </a:r>
            <a:r>
              <a:rPr lang="en-US" dirty="0"/>
              <a:t>is in the set </a:t>
            </a:r>
            <a:r>
              <a:rPr lang="en-US" b="1" dirty="0"/>
              <a:t>N4(p) or </a:t>
            </a:r>
            <a:r>
              <a:rPr lang="en-US" dirty="0"/>
              <a:t>Two or more pixels are said to be 4-connected if they are 4-adjacent with each others.</a:t>
            </a:r>
          </a:p>
          <a:p>
            <a:pPr lvl="1"/>
            <a:r>
              <a:rPr lang="en-US" b="1" dirty="0"/>
              <a:t>8-adjacency:</a:t>
            </a:r>
            <a:r>
              <a:rPr lang="en-US" dirty="0"/>
              <a:t> Two or more pixels are said to be 8-connected if they are 8-adjacent with each others. Two pixels </a:t>
            </a:r>
            <a:r>
              <a:rPr lang="en-US" b="1" dirty="0"/>
              <a:t>p </a:t>
            </a:r>
            <a:r>
              <a:rPr lang="en-US" dirty="0"/>
              <a:t>and </a:t>
            </a:r>
            <a:r>
              <a:rPr lang="en-US" b="1" dirty="0"/>
              <a:t>q </a:t>
            </a:r>
            <a:r>
              <a:rPr lang="en-US" dirty="0"/>
              <a:t>with values from </a:t>
            </a:r>
            <a:r>
              <a:rPr lang="en-US" b="1" dirty="0"/>
              <a:t>V </a:t>
            </a:r>
            <a:r>
              <a:rPr lang="en-US" dirty="0"/>
              <a:t>are </a:t>
            </a:r>
            <a:r>
              <a:rPr lang="en-US" b="1" dirty="0"/>
              <a:t>8-adjacent </a:t>
            </a:r>
            <a:r>
              <a:rPr lang="en-US" dirty="0"/>
              <a:t>if </a:t>
            </a:r>
            <a:r>
              <a:rPr lang="en-US" b="1" dirty="0"/>
              <a:t>q </a:t>
            </a:r>
            <a:r>
              <a:rPr lang="en-US" dirty="0"/>
              <a:t>is in the set </a:t>
            </a:r>
            <a:r>
              <a:rPr lang="en-US" b="1" dirty="0"/>
              <a:t>N8(p) </a:t>
            </a:r>
            <a:endParaRPr lang="en-US" dirty="0"/>
          </a:p>
          <a:p>
            <a:pPr lvl="1"/>
            <a:r>
              <a:rPr lang="en-US" b="1" dirty="0"/>
              <a:t>8-adjacency: </a:t>
            </a:r>
            <a:r>
              <a:rPr lang="en-US" dirty="0"/>
              <a:t>Two pixels </a:t>
            </a:r>
            <a:r>
              <a:rPr lang="en-US" b="1" dirty="0"/>
              <a:t>p </a:t>
            </a:r>
            <a:r>
              <a:rPr lang="en-US" dirty="0"/>
              <a:t>and </a:t>
            </a:r>
            <a:r>
              <a:rPr lang="en-US" b="1" dirty="0"/>
              <a:t>q </a:t>
            </a:r>
            <a:r>
              <a:rPr lang="en-US" dirty="0"/>
              <a:t>with values from </a:t>
            </a:r>
            <a:r>
              <a:rPr lang="en-US" b="1" dirty="0"/>
              <a:t>V </a:t>
            </a:r>
            <a:r>
              <a:rPr lang="en-US" dirty="0"/>
              <a:t>are </a:t>
            </a:r>
            <a:r>
              <a:rPr lang="en-US" b="1" dirty="0"/>
              <a:t>m-adjacent </a:t>
            </a:r>
            <a:r>
              <a:rPr lang="en-US" dirty="0"/>
              <a:t>if </a:t>
            </a:r>
          </a:p>
          <a:p>
            <a:pPr lvl="1"/>
            <a:r>
              <a:rPr lang="en-US" dirty="0"/>
              <a:t>(</a:t>
            </a:r>
            <a:r>
              <a:rPr lang="en-US" dirty="0" err="1"/>
              <a:t>i</a:t>
            </a:r>
            <a:r>
              <a:rPr lang="en-US" dirty="0"/>
              <a:t>) </a:t>
            </a:r>
            <a:r>
              <a:rPr lang="en-US" b="1" dirty="0"/>
              <a:t>q </a:t>
            </a:r>
            <a:r>
              <a:rPr lang="en-US" dirty="0"/>
              <a:t>is in the set </a:t>
            </a:r>
            <a:r>
              <a:rPr lang="en-US" b="1" dirty="0"/>
              <a:t>N</a:t>
            </a:r>
            <a:r>
              <a:rPr lang="en-US" sz="1000" b="1" dirty="0"/>
              <a:t>4</a:t>
            </a:r>
            <a:r>
              <a:rPr lang="en-US" b="1" dirty="0"/>
              <a:t>(p), </a:t>
            </a:r>
            <a:r>
              <a:rPr lang="en-US" dirty="0"/>
              <a:t>or </a:t>
            </a:r>
          </a:p>
          <a:p>
            <a:pPr lvl="1"/>
            <a:r>
              <a:rPr lang="en-US" dirty="0"/>
              <a:t>(ii) </a:t>
            </a:r>
            <a:r>
              <a:rPr lang="en-US" b="1" dirty="0"/>
              <a:t>q </a:t>
            </a:r>
            <a:r>
              <a:rPr lang="en-US" dirty="0"/>
              <a:t>is in the set </a:t>
            </a:r>
            <a:r>
              <a:rPr lang="en-US" b="1" dirty="0"/>
              <a:t>N</a:t>
            </a:r>
            <a:r>
              <a:rPr lang="en-US" sz="1000" b="1" dirty="0"/>
              <a:t>D</a:t>
            </a:r>
            <a:r>
              <a:rPr lang="en-US" b="1" dirty="0"/>
              <a:t>(p) </a:t>
            </a:r>
            <a:r>
              <a:rPr lang="en-US" dirty="0"/>
              <a:t>and the set </a:t>
            </a:r>
            <a:r>
              <a:rPr lang="en-US" b="1" dirty="0"/>
              <a:t>N</a:t>
            </a:r>
            <a:r>
              <a:rPr lang="en-US" sz="1000" b="1" dirty="0"/>
              <a:t>4</a:t>
            </a:r>
            <a:r>
              <a:rPr lang="en-US" b="1" dirty="0"/>
              <a:t>(p) ∩ N</a:t>
            </a:r>
            <a:r>
              <a:rPr lang="en-US" sz="1000" b="1" dirty="0"/>
              <a:t>4</a:t>
            </a:r>
            <a:r>
              <a:rPr lang="en-US" b="1" dirty="0"/>
              <a:t>(p) </a:t>
            </a:r>
            <a:r>
              <a:rPr lang="en-US" dirty="0"/>
              <a:t>has no pixels whose values are from </a:t>
            </a:r>
            <a:r>
              <a:rPr lang="en-US" b="1" dirty="0"/>
              <a:t>V </a:t>
            </a:r>
            <a:endParaRPr lang="en-US" dirty="0"/>
          </a:p>
          <a:p>
            <a:pPr lvl="1"/>
            <a:r>
              <a:rPr lang="en-US" b="1" dirty="0"/>
              <a:t>Mixed adjacency </a:t>
            </a:r>
            <a:r>
              <a:rPr lang="en-US" dirty="0"/>
              <a:t>is a modification of 8-Adjacency. It is introduced to eliminate the ambiguities that often arise when 8-Adjacency is used </a:t>
            </a:r>
          </a:p>
          <a:p>
            <a:pPr lvl="1"/>
            <a:endParaRPr lang="en-US" b="1" dirty="0"/>
          </a:p>
        </p:txBody>
      </p:sp>
    </p:spTree>
    <p:extLst>
      <p:ext uri="{BB962C8B-B14F-4D97-AF65-F5344CB8AC3E}">
        <p14:creationId xmlns:p14="http://schemas.microsoft.com/office/powerpoint/2010/main" val="1081530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pic>
        <p:nvPicPr>
          <p:cNvPr id="1026" name="Picture 2" descr="https://miro.medium.com/v2/resize:fit:694/1*gFh1mfAZKixmgIQQudj4Sg.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8385" y="1827494"/>
            <a:ext cx="8249235" cy="27695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48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algn="just"/>
            <a:r>
              <a:rPr lang="en-US" dirty="0"/>
              <a:t>Let S represent a subset of pixels in an image. Two pixels p and q are said to be connected in S if there exists a path between them consisting entirely of pixels in S. For any pixel p in S, the set of pixels that are connected to it in S is called a</a:t>
            </a:r>
            <a:r>
              <a:rPr lang="en-US" b="1" dirty="0"/>
              <a:t> connected component </a:t>
            </a:r>
            <a:r>
              <a:rPr lang="en-US" dirty="0"/>
              <a:t>of S. If it only has one connected component, then set S is called a connected set.</a:t>
            </a:r>
            <a:endParaRPr lang="en-IN" dirty="0"/>
          </a:p>
        </p:txBody>
      </p:sp>
    </p:spTree>
    <p:extLst>
      <p:ext uri="{BB962C8B-B14F-4D97-AF65-F5344CB8AC3E}">
        <p14:creationId xmlns:p14="http://schemas.microsoft.com/office/powerpoint/2010/main" val="319975829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a:t>
            </a:r>
            <a:endParaRPr lang="en-IN" dirty="0"/>
          </a:p>
        </p:txBody>
      </p:sp>
      <p:pic>
        <p:nvPicPr>
          <p:cNvPr id="4" name="Picture 3"/>
          <p:cNvPicPr>
            <a:picLocks noChangeAspect="1"/>
          </p:cNvPicPr>
          <p:nvPr/>
        </p:nvPicPr>
        <p:blipFill>
          <a:blip r:embed="rId2"/>
          <a:stretch>
            <a:fillRect/>
          </a:stretch>
        </p:blipFill>
        <p:spPr>
          <a:xfrm>
            <a:off x="1979376" y="1878578"/>
            <a:ext cx="7582627" cy="4522222"/>
          </a:xfrm>
          <a:prstGeom prst="rect">
            <a:avLst/>
          </a:prstGeom>
        </p:spPr>
      </p:pic>
    </p:spTree>
    <p:extLst>
      <p:ext uri="{BB962C8B-B14F-4D97-AF65-F5344CB8AC3E}">
        <p14:creationId xmlns:p14="http://schemas.microsoft.com/office/powerpoint/2010/main" val="31716636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Region and Boundary </a:t>
            </a:r>
          </a:p>
        </p:txBody>
      </p:sp>
      <p:sp>
        <p:nvSpPr>
          <p:cNvPr id="3" name="Content Placeholder 2"/>
          <p:cNvSpPr>
            <a:spLocks noGrp="1"/>
          </p:cNvSpPr>
          <p:nvPr>
            <p:ph idx="1"/>
          </p:nvPr>
        </p:nvSpPr>
        <p:spPr/>
        <p:txBody>
          <a:bodyPr>
            <a:normAutofit fontScale="70000" lnSpcReduction="20000"/>
          </a:bodyPr>
          <a:lstStyle/>
          <a:p>
            <a:r>
              <a:rPr lang="en-US" dirty="0"/>
              <a:t>Let R represent a subset of pixels in an image </a:t>
            </a:r>
          </a:p>
          <a:p>
            <a:r>
              <a:rPr lang="en-US" dirty="0"/>
              <a:t> We call R a region of the image if R is a connected set </a:t>
            </a:r>
          </a:p>
          <a:p>
            <a:r>
              <a:rPr lang="en-US" dirty="0"/>
              <a:t>We can specify the region by using 4-adjacency and 8-adjacency </a:t>
            </a:r>
          </a:p>
          <a:p>
            <a:r>
              <a:rPr lang="en-US" dirty="0"/>
              <a:t>Region = { Set of all pixels which fulfill adjacency criteria } </a:t>
            </a:r>
          </a:p>
          <a:p>
            <a:r>
              <a:rPr lang="en-IN" b="1" dirty="0"/>
              <a:t>Boundary (or border) </a:t>
            </a:r>
            <a:endParaRPr lang="en-IN" dirty="0"/>
          </a:p>
          <a:p>
            <a:r>
              <a:rPr lang="en-US" dirty="0"/>
              <a:t>The </a:t>
            </a:r>
            <a:r>
              <a:rPr lang="en-US" i="1" dirty="0"/>
              <a:t>boundary </a:t>
            </a:r>
            <a:r>
              <a:rPr lang="en-US" dirty="0"/>
              <a:t>of the region R is the set of pixels in the region that have one or more neighbors that are not in R. </a:t>
            </a:r>
          </a:p>
          <a:p>
            <a:r>
              <a:rPr lang="en-US" dirty="0"/>
              <a:t>If R happens to be an entire image, then its boundary is defined as the set of pixels in the first and last rows and columns of the image. </a:t>
            </a:r>
          </a:p>
          <a:p>
            <a:r>
              <a:rPr lang="en-IN" b="1" dirty="0"/>
              <a:t>Foreground and background </a:t>
            </a:r>
            <a:endParaRPr lang="en-IN" dirty="0"/>
          </a:p>
          <a:p>
            <a:r>
              <a:rPr lang="en-US" dirty="0"/>
              <a:t>An image contains K disjoint regions, </a:t>
            </a:r>
            <a:r>
              <a:rPr lang="en-US" dirty="0" err="1"/>
              <a:t>R</a:t>
            </a:r>
            <a:r>
              <a:rPr lang="en-US" i="1" dirty="0" err="1"/>
              <a:t>k</a:t>
            </a:r>
            <a:r>
              <a:rPr lang="en-US" dirty="0"/>
              <a:t>, </a:t>
            </a:r>
            <a:r>
              <a:rPr lang="en-US" i="1" dirty="0"/>
              <a:t>k </a:t>
            </a:r>
            <a:r>
              <a:rPr lang="en-US" dirty="0"/>
              <a:t>= 1, 2, …, K. Let Ru denote the union of all the K regions, and let (Ru)^c denote its complement </a:t>
            </a:r>
          </a:p>
          <a:p>
            <a:r>
              <a:rPr lang="en-US" dirty="0"/>
              <a:t>All the points in Ru is called foreground; </a:t>
            </a:r>
          </a:p>
          <a:p>
            <a:r>
              <a:rPr lang="en-US" dirty="0"/>
              <a:t>All the points in (Ru)^c is called background. </a:t>
            </a:r>
          </a:p>
          <a:p>
            <a:endParaRPr lang="en-IN" dirty="0"/>
          </a:p>
        </p:txBody>
      </p:sp>
    </p:spTree>
    <p:extLst>
      <p:ext uri="{BB962C8B-B14F-4D97-AF65-F5344CB8AC3E}">
        <p14:creationId xmlns:p14="http://schemas.microsoft.com/office/powerpoint/2010/main" val="17324731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Connected Component </a:t>
            </a:r>
            <a:r>
              <a:rPr lang="en-IN" dirty="0" err="1"/>
              <a:t>Labeling</a:t>
            </a:r>
            <a:endParaRPr lang="en-IN" dirty="0"/>
          </a:p>
        </p:txBody>
      </p:sp>
      <p:sp>
        <p:nvSpPr>
          <p:cNvPr id="3" name="Content Placeholder 2"/>
          <p:cNvSpPr>
            <a:spLocks noGrp="1"/>
          </p:cNvSpPr>
          <p:nvPr>
            <p:ph idx="1"/>
          </p:nvPr>
        </p:nvSpPr>
        <p:spPr/>
        <p:txBody>
          <a:bodyPr/>
          <a:lstStyle/>
          <a:p>
            <a:r>
              <a:rPr lang="en-US" dirty="0"/>
              <a:t>Ability to assign different labels to various disjoint connected components of an image</a:t>
            </a:r>
          </a:p>
          <a:p>
            <a:r>
              <a:rPr lang="en-US" dirty="0"/>
              <a:t>Connected component labeling is a fundamental step in automated image analysis (Shape, Area, Boundary)</a:t>
            </a:r>
            <a:endParaRPr lang="en-IN" dirty="0"/>
          </a:p>
        </p:txBody>
      </p:sp>
      <p:pic>
        <p:nvPicPr>
          <p:cNvPr id="4" name="Picture 3"/>
          <p:cNvPicPr>
            <a:picLocks noChangeAspect="1"/>
          </p:cNvPicPr>
          <p:nvPr/>
        </p:nvPicPr>
        <p:blipFill>
          <a:blip r:embed="rId2"/>
          <a:stretch>
            <a:fillRect/>
          </a:stretch>
        </p:blipFill>
        <p:spPr>
          <a:xfrm>
            <a:off x="3595234" y="3490321"/>
            <a:ext cx="4884887" cy="3367679"/>
          </a:xfrm>
          <a:prstGeom prst="rect">
            <a:avLst/>
          </a:prstGeom>
        </p:spPr>
      </p:pic>
    </p:spTree>
    <p:extLst>
      <p:ext uri="{BB962C8B-B14F-4D97-AF65-F5344CB8AC3E}">
        <p14:creationId xmlns:p14="http://schemas.microsoft.com/office/powerpoint/2010/main" val="35362426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Distance measures </a:t>
            </a:r>
          </a:p>
        </p:txBody>
      </p:sp>
      <p:sp>
        <p:nvSpPr>
          <p:cNvPr id="3" name="Content Placeholder 2"/>
          <p:cNvSpPr>
            <a:spLocks noGrp="1"/>
          </p:cNvSpPr>
          <p:nvPr>
            <p:ph idx="1"/>
          </p:nvPr>
        </p:nvSpPr>
        <p:spPr/>
        <p:txBody>
          <a:bodyPr/>
          <a:lstStyle/>
          <a:p>
            <a:r>
              <a:rPr lang="en-IN" b="1" dirty="0"/>
              <a:t>Euclidean distance </a:t>
            </a:r>
            <a:endParaRPr lang="en-IN" dirty="0"/>
          </a:p>
          <a:p>
            <a:r>
              <a:rPr lang="en-US" b="1" dirty="0"/>
              <a:t>City-block distance or D4 distance. </a:t>
            </a:r>
            <a:endParaRPr lang="en-US" dirty="0"/>
          </a:p>
          <a:p>
            <a:r>
              <a:rPr lang="en-US" b="1" dirty="0"/>
              <a:t>D8 distance or chessboard distance. </a:t>
            </a:r>
            <a:endParaRPr lang="en-US" dirty="0"/>
          </a:p>
          <a:p>
            <a:endParaRPr lang="en-IN" dirty="0"/>
          </a:p>
        </p:txBody>
      </p:sp>
    </p:spTree>
    <p:extLst>
      <p:ext uri="{BB962C8B-B14F-4D97-AF65-F5344CB8AC3E}">
        <p14:creationId xmlns:p14="http://schemas.microsoft.com/office/powerpoint/2010/main" val="31413352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IN" b="1" dirty="0"/>
              <a:t>Euclidean distance </a:t>
            </a:r>
            <a:endParaRPr lang="en-IN" dirty="0"/>
          </a:p>
          <a:p>
            <a:pPr marL="0" indent="0">
              <a:buNone/>
            </a:pPr>
            <a:r>
              <a:rPr lang="en-US" dirty="0"/>
              <a:t>The Euclidean distance between p and q is defined as </a:t>
            </a:r>
          </a:p>
          <a:p>
            <a:pPr marL="0" indent="0">
              <a:buNone/>
            </a:pPr>
            <a:r>
              <a:rPr lang="fr-FR" dirty="0"/>
              <a:t>De (p, q) = [(x - s) ^ 2 + (y - t) ^ 2] ^ (1/2) </a:t>
            </a:r>
          </a:p>
          <a:p>
            <a:pPr marL="0" indent="0">
              <a:buNone/>
            </a:pPr>
            <a:r>
              <a:rPr lang="en-US" b="1" dirty="0"/>
              <a:t>City-block distance or D4 distance </a:t>
            </a:r>
            <a:endParaRPr lang="en-US" dirty="0"/>
          </a:p>
          <a:p>
            <a:pPr marL="0" indent="0">
              <a:buNone/>
            </a:pPr>
            <a:r>
              <a:rPr lang="en-US" dirty="0"/>
              <a:t>The distance between p and q is defined as</a:t>
            </a:r>
          </a:p>
          <a:p>
            <a:pPr marL="0" indent="0">
              <a:buNone/>
            </a:pPr>
            <a:r>
              <a:rPr lang="en-US" dirty="0"/>
              <a:t> D4(p, q)= | x - s | + | y - t | </a:t>
            </a:r>
          </a:p>
          <a:p>
            <a:pPr marL="0" indent="0">
              <a:buNone/>
            </a:pPr>
            <a:r>
              <a:rPr lang="en-IN" b="1" dirty="0"/>
              <a:t>D8 distance or chessboard distance.</a:t>
            </a:r>
          </a:p>
          <a:p>
            <a:pPr marL="0" indent="0">
              <a:buNone/>
            </a:pPr>
            <a:r>
              <a:rPr lang="en-IN" dirty="0"/>
              <a:t>D8(p, q)= max (| x - s |, | y - t |) </a:t>
            </a:r>
          </a:p>
          <a:p>
            <a:pPr marL="0" indent="0">
              <a:buNone/>
            </a:pPr>
            <a:endParaRPr lang="en-US" dirty="0"/>
          </a:p>
        </p:txBody>
      </p:sp>
    </p:spTree>
    <p:extLst>
      <p:ext uri="{BB962C8B-B14F-4D97-AF65-F5344CB8AC3E}">
        <p14:creationId xmlns:p14="http://schemas.microsoft.com/office/powerpoint/2010/main" val="13700323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044433" y="2308453"/>
            <a:ext cx="6232209" cy="2241093"/>
          </a:xfrm>
          <a:prstGeom prst="rect">
            <a:avLst/>
          </a:prstGeom>
        </p:spPr>
      </p:pic>
    </p:spTree>
    <p:extLst>
      <p:ext uri="{BB962C8B-B14F-4D97-AF65-F5344CB8AC3E}">
        <p14:creationId xmlns:p14="http://schemas.microsoft.com/office/powerpoint/2010/main" val="213847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109</TotalTime>
  <Words>2344</Words>
  <Application>Microsoft Macintosh PowerPoint</Application>
  <PresentationFormat>Widescreen</PresentationFormat>
  <Paragraphs>244</Paragraphs>
  <Slides>44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44</vt:i4>
      </vt:variant>
    </vt:vector>
  </HeadingPairs>
  <TitlesOfParts>
    <vt:vector size="50" baseType="lpstr">
      <vt:lpstr>Arial</vt:lpstr>
      <vt:lpstr>Calibri</vt:lpstr>
      <vt:lpstr>Calibri Light</vt:lpstr>
      <vt:lpstr>Times New Roman</vt:lpstr>
      <vt:lpstr>Verdana</vt:lpstr>
      <vt:lpstr>Office Theme</vt:lpstr>
      <vt:lpstr>Representing Digital Images:</vt:lpstr>
      <vt:lpstr>PowerPoint Presentation</vt:lpstr>
      <vt:lpstr>Spatial resolution</vt:lpstr>
      <vt:lpstr>Measuring spatial resolution</vt:lpstr>
      <vt:lpstr>Gray Level Resolution </vt:lpstr>
      <vt:lpstr>PowerPoint Presentation</vt:lpstr>
      <vt:lpstr>Defining gray level resolution in terms of bpp </vt:lpstr>
      <vt:lpstr>Gray level resolution and quantization: </vt:lpstr>
      <vt:lpstr>Zooming Methods </vt:lpstr>
      <vt:lpstr>PowerPoint Presentation</vt:lpstr>
      <vt:lpstr>Optical Zoom:</vt:lpstr>
      <vt:lpstr>Digital Zoom:</vt:lpstr>
      <vt:lpstr>Zooming methods:</vt:lpstr>
      <vt:lpstr>1.Pixel replication: </vt:lpstr>
      <vt:lpstr>PowerPoint Presentation</vt:lpstr>
      <vt:lpstr> 2: Zero order hold</vt:lpstr>
      <vt:lpstr>PowerPoint Presentation</vt:lpstr>
      <vt:lpstr>Method 3: K-Times zooming </vt:lpstr>
      <vt:lpstr>PowerPoint Presentation</vt:lpstr>
      <vt:lpstr>PowerPoint Presentation</vt:lpstr>
      <vt:lpstr>PowerPoint Presentation</vt:lpstr>
      <vt:lpstr>Shrinking(Down scaling, resizing downward, Down Sampling)</vt:lpstr>
      <vt:lpstr>PowerPoint Presentation</vt:lpstr>
      <vt:lpstr>2D Sampling</vt:lpstr>
      <vt:lpstr>PowerPoint Presentation</vt:lpstr>
      <vt:lpstr>Critically Sampled</vt:lpstr>
      <vt:lpstr>Over Sampling</vt:lpstr>
      <vt:lpstr>Under Sampling (Aliasing)</vt:lpstr>
      <vt:lpstr>2D Nyquist Theoram</vt:lpstr>
      <vt:lpstr>Down Sampling (Sampling Rate reduction)</vt:lpstr>
      <vt:lpstr>PowerPoint Presentation</vt:lpstr>
      <vt:lpstr>Upsampling</vt:lpstr>
      <vt:lpstr>PowerPoint Presentation</vt:lpstr>
      <vt:lpstr>Basic Relationships between Pixels </vt:lpstr>
      <vt:lpstr>Pixels Neighbourhood </vt:lpstr>
      <vt:lpstr>Connectivity &amp; Adjacency </vt:lpstr>
      <vt:lpstr>PowerPoint Presentation</vt:lpstr>
      <vt:lpstr>PowerPoint Presentation</vt:lpstr>
      <vt:lpstr>Paths</vt:lpstr>
      <vt:lpstr>Region and Boundary </vt:lpstr>
      <vt:lpstr>Connected Component Labeling</vt:lpstr>
      <vt:lpstr>Distance measures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Representing Digital Images:</dc:title>
  <dc:creator>Admin</dc:creator>
  <cp:lastModifiedBy>Microsoft Office User</cp:lastModifiedBy>
  <cp:revision>3</cp:revision>
  <dcterms:created xsi:type="dcterms:W3CDTF">2023-10-19T09:22:35Z</dcterms:created>
  <dcterms:modified xsi:type="dcterms:W3CDTF">2025-09-10T13:24:47Z</dcterms:modified>
</cp:coreProperties>
</file>